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79" r:id="rId11"/>
    <p:sldId id="266" r:id="rId12"/>
    <p:sldId id="267" r:id="rId13"/>
    <p:sldId id="268" r:id="rId14"/>
    <p:sldId id="269" r:id="rId15"/>
    <p:sldId id="270" r:id="rId16"/>
    <p:sldId id="271" r:id="rId17"/>
    <p:sldId id="272" r:id="rId18"/>
    <p:sldId id="273" r:id="rId19"/>
    <p:sldId id="274" r:id="rId20"/>
    <p:sldId id="277" r:id="rId21"/>
    <p:sldId id="278" r:id="rId22"/>
  </p:sldIdLst>
  <p:sldSz cx="9144000" cy="5143500" type="screen16x9"/>
  <p:notesSz cx="6797675" cy="9926638"/>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E6985F-1CFF-4343-B104-F73779D94AE8}" v="1" dt="2025-12-11T05:35:16.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7"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endParaRPr lang="en-US"/>
          </a:p>
        </p:txBody>
      </p:sp>
      <p:sp>
        <p:nvSpPr>
          <p:cNvPr id="1048728"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fld id="{061F6FC2-9645-479A-A309-27B8F5654211}" type="datetimeFigureOut">
              <a:rPr lang="en-US"/>
              <a:t>12/17/2025</a:t>
            </a:fld>
            <a:endParaRPr lang="en-US" dirty="0"/>
          </a:p>
        </p:txBody>
      </p:sp>
      <p:sp>
        <p:nvSpPr>
          <p:cNvPr id="1048729"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1048730"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1"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endParaRPr lang="en-US"/>
          </a:p>
        </p:txBody>
      </p:sp>
      <p:sp>
        <p:nvSpPr>
          <p:cNvPr id="1048732"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lstStyle>
            <a:lvl1pPr algn="r" eaLnBrk="1" hangingPunct="1">
              <a:defRPr sz="1300" smtClean="0">
                <a:latin typeface="Calibri" panose="020F0502020204030204" pitchFamily="34" charset="0"/>
              </a:defRPr>
            </a:lvl1pPr>
          </a:lstStyle>
          <a:p>
            <a:fld id="{F2D8CC3F-ADB2-4AF7-880C-111F7E6C7FE6}" type="slidenum">
              <a:rPr lang="en-US" altLang="en-US"/>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67"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1048668"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048669" name="Date Placeholder 27"/>
          <p:cNvSpPr>
            <a:spLocks noGrp="1"/>
          </p:cNvSpPr>
          <p:nvPr>
            <p:ph type="dt" sz="half" idx="10"/>
          </p:nvPr>
        </p:nvSpPr>
        <p:spPr>
          <a:xfrm>
            <a:off x="6400800" y="4766310"/>
            <a:ext cx="2286000" cy="274320"/>
          </a:xfrm>
        </p:spPr>
        <p:txBody>
          <a:bodyPr/>
          <a:lstStyle>
            <a:lvl1pPr>
              <a:defRPr sz="1400"/>
            </a:lvl1pPr>
          </a:lstStyle>
          <a:p>
            <a:fld id="{300A36F1-29AC-4586-BF3B-17EC5131BBA8}" type="datetime3">
              <a:rPr lang="en-US" smtClean="0"/>
              <a:t>17 December 2025</a:t>
            </a:fld>
            <a:endParaRPr lang="en-US" dirty="0"/>
          </a:p>
        </p:txBody>
      </p:sp>
      <p:sp>
        <p:nvSpPr>
          <p:cNvPr id="1048670" name="Footer Placeholder 16"/>
          <p:cNvSpPr>
            <a:spLocks noGrp="1"/>
          </p:cNvSpPr>
          <p:nvPr>
            <p:ph type="ftr" sz="quarter" idx="11"/>
          </p:nvPr>
        </p:nvSpPr>
        <p:spPr>
          <a:xfrm>
            <a:off x="2898648" y="4766310"/>
            <a:ext cx="3474720" cy="274320"/>
          </a:xfrm>
        </p:spPr>
        <p:txBody>
          <a:bodyPr/>
          <a:lstStyle/>
          <a:p>
            <a:endParaRPr lang="en-US" dirty="0"/>
          </a:p>
        </p:txBody>
      </p:sp>
      <p:sp>
        <p:nvSpPr>
          <p:cNvPr id="1048671" name="Slide Number Placeholder 28"/>
          <p:cNvSpPr>
            <a:spLocks noGrp="1"/>
          </p:cNvSpPr>
          <p:nvPr>
            <p:ph type="sldNum" sz="quarter" idx="12"/>
          </p:nvPr>
        </p:nvSpPr>
        <p:spPr>
          <a:xfrm>
            <a:off x="1216152" y="4766310"/>
            <a:ext cx="1219200" cy="274320"/>
          </a:xfrm>
        </p:spPr>
        <p:txBody>
          <a:bodyPr/>
          <a:lstStyle/>
          <a:p>
            <a:fld id="{C0A8E10E-36D1-42AB-939C-34BEB33CD9E4}" type="slidenum">
              <a:rPr lang="en-US" altLang="en-US" smtClean="0"/>
              <a:t>‹#›</a:t>
            </a:fld>
            <a:endParaRPr lang="en-US" altLang="en-US"/>
          </a:p>
        </p:txBody>
      </p:sp>
      <p:sp>
        <p:nvSpPr>
          <p:cNvPr id="1048672"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4"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75"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4" name="Title 1"/>
          <p:cNvSpPr>
            <a:spLocks noGrp="1"/>
          </p:cNvSpPr>
          <p:nvPr>
            <p:ph type="title"/>
          </p:nvPr>
        </p:nvSpPr>
        <p:spPr/>
        <p:txBody>
          <a:bodyPr/>
          <a:lstStyle/>
          <a:p>
            <a:r>
              <a:rPr kumimoji="0" lang="en-US"/>
              <a:t>Click to edit Master title style</a:t>
            </a:r>
          </a:p>
        </p:txBody>
      </p:sp>
      <p:sp>
        <p:nvSpPr>
          <p:cNvPr id="1048585" name="Date Placeholder 3"/>
          <p:cNvSpPr>
            <a:spLocks noGrp="1"/>
          </p:cNvSpPr>
          <p:nvPr>
            <p:ph type="dt" sz="half" idx="10"/>
          </p:nvPr>
        </p:nvSpPr>
        <p:spPr/>
        <p:txBody>
          <a:bodyPr/>
          <a:lstStyle/>
          <a:p>
            <a:fld id="{6EA5C081-D126-489C-95A8-ED4F74BD23F7}" type="datetime3">
              <a:rPr lang="en-US" smtClean="0"/>
              <a:t>17 December 2025</a:t>
            </a:fld>
            <a:endParaRPr lang="en-US" dirty="0"/>
          </a:p>
        </p:txBody>
      </p:sp>
      <p:sp>
        <p:nvSpPr>
          <p:cNvPr id="1048586" name="Footer Placeholder 4"/>
          <p:cNvSpPr>
            <a:spLocks noGrp="1"/>
          </p:cNvSpPr>
          <p:nvPr>
            <p:ph type="ftr" sz="quarter" idx="11"/>
          </p:nvPr>
        </p:nvSpPr>
        <p:spPr/>
        <p:txBody>
          <a:bodyPr/>
          <a:lstStyle/>
          <a:p>
            <a:endParaRPr lang="en-US" dirty="0"/>
          </a:p>
        </p:txBody>
      </p:sp>
      <p:sp>
        <p:nvSpPr>
          <p:cNvPr id="1048587" name="Slide Number Placeholder 5"/>
          <p:cNvSpPr>
            <a:spLocks noGrp="1"/>
          </p:cNvSpPr>
          <p:nvPr>
            <p:ph type="sldNum" sz="quarter" idx="12"/>
          </p:nvPr>
        </p:nvSpPr>
        <p:spPr/>
        <p:txBody>
          <a:bodyPr/>
          <a:lstStyle/>
          <a:p>
            <a:fld id="{0E14ABD8-B1EB-4C07-9937-C8C4E38BDF00}" type="slidenum">
              <a:rPr lang="en-US" altLang="en-US" smtClean="0"/>
              <a:t>‹#›</a:t>
            </a:fld>
            <a:endParaRPr lang="en-US" altLang="en-US"/>
          </a:p>
        </p:txBody>
      </p:sp>
      <p:sp>
        <p:nvSpPr>
          <p:cNvPr id="104858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8"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1048699"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700" name="Date Placeholder 3"/>
          <p:cNvSpPr>
            <a:spLocks noGrp="1"/>
          </p:cNvSpPr>
          <p:nvPr>
            <p:ph type="dt" sz="half" idx="10"/>
          </p:nvPr>
        </p:nvSpPr>
        <p:spPr>
          <a:xfrm>
            <a:off x="6400800" y="4766310"/>
            <a:ext cx="2286000" cy="274320"/>
          </a:xfrm>
        </p:spPr>
        <p:txBody>
          <a:bodyPr/>
          <a:lstStyle/>
          <a:p>
            <a:fld id="{A999F03F-1008-49F4-B2DE-93AAF61FCDAD}" type="datetime3">
              <a:rPr lang="en-US" smtClean="0"/>
              <a:t>17 December 2025</a:t>
            </a:fld>
            <a:endParaRPr lang="en-US" dirty="0"/>
          </a:p>
        </p:txBody>
      </p:sp>
      <p:sp>
        <p:nvSpPr>
          <p:cNvPr id="1048701" name="Footer Placeholder 4"/>
          <p:cNvSpPr>
            <a:spLocks noGrp="1"/>
          </p:cNvSpPr>
          <p:nvPr>
            <p:ph type="ftr" sz="quarter" idx="11"/>
          </p:nvPr>
        </p:nvSpPr>
        <p:spPr>
          <a:xfrm>
            <a:off x="2898648" y="4766310"/>
            <a:ext cx="3474720" cy="274320"/>
          </a:xfrm>
        </p:spPr>
        <p:txBody>
          <a:bodyPr/>
          <a:lstStyle/>
          <a:p>
            <a:endParaRPr lang="en-US" dirty="0"/>
          </a:p>
        </p:txBody>
      </p:sp>
      <p:sp>
        <p:nvSpPr>
          <p:cNvPr id="1048702" name="Slide Number Placeholder 5"/>
          <p:cNvSpPr>
            <a:spLocks noGrp="1"/>
          </p:cNvSpPr>
          <p:nvPr>
            <p:ph type="sldNum" sz="quarter" idx="12"/>
          </p:nvPr>
        </p:nvSpPr>
        <p:spPr>
          <a:xfrm>
            <a:off x="1069848" y="4766310"/>
            <a:ext cx="1520952" cy="274320"/>
          </a:xfrm>
        </p:spPr>
        <p:txBody>
          <a:bodyPr/>
          <a:lstStyle/>
          <a:p>
            <a:fld id="{BEE0AD74-942B-45F6-8EEE-203197083F56}" type="slidenum">
              <a:rPr lang="en-US" altLang="en-US" smtClean="0"/>
              <a:t>‹#›</a:t>
            </a:fld>
            <a:endParaRPr lang="en-US" altLang="en-US"/>
          </a:p>
        </p:txBody>
      </p:sp>
      <p:sp>
        <p:nvSpPr>
          <p:cNvPr id="1048703"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04"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0"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1048611" name="Date Placeholder 4"/>
          <p:cNvSpPr>
            <a:spLocks noGrp="1"/>
          </p:cNvSpPr>
          <p:nvPr>
            <p:ph type="dt" sz="half" idx="10"/>
          </p:nvPr>
        </p:nvSpPr>
        <p:spPr/>
        <p:txBody>
          <a:bodyPr/>
          <a:lstStyle/>
          <a:p>
            <a:fld id="{A1568243-5DBB-407D-BF95-22A88D2F0973}" type="datetime3">
              <a:rPr lang="en-US" smtClean="0"/>
              <a:t>17 December 2025</a:t>
            </a:fld>
            <a:endParaRPr lang="en-US" dirty="0"/>
          </a:p>
        </p:txBody>
      </p:sp>
      <p:sp>
        <p:nvSpPr>
          <p:cNvPr id="1048612" name="Footer Placeholder 5"/>
          <p:cNvSpPr>
            <a:spLocks noGrp="1"/>
          </p:cNvSpPr>
          <p:nvPr>
            <p:ph type="ftr" sz="quarter" idx="11"/>
          </p:nvPr>
        </p:nvSpPr>
        <p:spPr/>
        <p:txBody>
          <a:bodyPr/>
          <a:lstStyle/>
          <a:p>
            <a:endParaRPr lang="en-US" dirty="0"/>
          </a:p>
        </p:txBody>
      </p:sp>
      <p:sp>
        <p:nvSpPr>
          <p:cNvPr id="1048613" name="Slide Number Placeholder 6"/>
          <p:cNvSpPr>
            <a:spLocks noGrp="1"/>
          </p:cNvSpPr>
          <p:nvPr>
            <p:ph type="sldNum" sz="quarter" idx="12"/>
          </p:nvPr>
        </p:nvSpPr>
        <p:spPr/>
        <p:txBody>
          <a:bodyPr/>
          <a:lstStyle/>
          <a:p>
            <a:fld id="{DB554FDC-F986-4516-81A3-5CBC9634E9C1}" type="slidenum">
              <a:rPr lang="en-US" altLang="en-US" smtClean="0"/>
              <a:t>‹#›</a:t>
            </a:fld>
            <a:endParaRPr lang="en-US" altLang="en-US"/>
          </a:p>
        </p:txBody>
      </p:sp>
      <p:sp>
        <p:nvSpPr>
          <p:cNvPr id="1048614"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15"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05" name="Title 1"/>
          <p:cNvSpPr>
            <a:spLocks noGrp="1"/>
          </p:cNvSpPr>
          <p:nvPr>
            <p:ph type="title"/>
          </p:nvPr>
        </p:nvSpPr>
        <p:spPr>
          <a:xfrm>
            <a:off x="457200" y="171450"/>
            <a:ext cx="8229600" cy="685800"/>
          </a:xfrm>
        </p:spPr>
        <p:txBody>
          <a:bodyPr anchor="ctr"/>
          <a:lstStyle/>
          <a:p>
            <a:r>
              <a:rPr kumimoji="0" lang="en-US"/>
              <a:t>Click to edit Master title style</a:t>
            </a:r>
          </a:p>
        </p:txBody>
      </p:sp>
      <p:sp>
        <p:nvSpPr>
          <p:cNvPr id="1048706"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707"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708" name="Date Placeholder 6"/>
          <p:cNvSpPr>
            <a:spLocks noGrp="1"/>
          </p:cNvSpPr>
          <p:nvPr>
            <p:ph type="dt" sz="half" idx="10"/>
          </p:nvPr>
        </p:nvSpPr>
        <p:spPr/>
        <p:txBody>
          <a:bodyPr/>
          <a:lstStyle/>
          <a:p>
            <a:fld id="{DE9D4B6C-A062-4950-B386-A55027A53BF5}" type="datetime3">
              <a:rPr lang="en-US" smtClean="0"/>
              <a:t>17 December 2025</a:t>
            </a:fld>
            <a:endParaRPr lang="en-US" dirty="0"/>
          </a:p>
        </p:txBody>
      </p:sp>
      <p:sp>
        <p:nvSpPr>
          <p:cNvPr id="1048709" name="Footer Placeholder 7"/>
          <p:cNvSpPr>
            <a:spLocks noGrp="1"/>
          </p:cNvSpPr>
          <p:nvPr>
            <p:ph type="ftr" sz="quarter" idx="11"/>
          </p:nvPr>
        </p:nvSpPr>
        <p:spPr/>
        <p:txBody>
          <a:bodyPr/>
          <a:lstStyle/>
          <a:p>
            <a:endParaRPr lang="en-US" dirty="0"/>
          </a:p>
        </p:txBody>
      </p:sp>
      <p:sp>
        <p:nvSpPr>
          <p:cNvPr id="1048710" name="Slide Number Placeholder 8"/>
          <p:cNvSpPr>
            <a:spLocks noGrp="1"/>
          </p:cNvSpPr>
          <p:nvPr>
            <p:ph type="sldNum" sz="quarter" idx="12"/>
          </p:nvPr>
        </p:nvSpPr>
        <p:spPr/>
        <p:txBody>
          <a:bodyPr/>
          <a:lstStyle/>
          <a:p>
            <a:fld id="{02A63921-D0A8-45BD-ADF0-24CC5F135FEC}" type="slidenum">
              <a:rPr lang="en-US" altLang="en-US" smtClean="0"/>
              <a:t>‹#›</a:t>
            </a:fld>
            <a:endParaRPr lang="en-US" altLang="en-US"/>
          </a:p>
        </p:txBody>
      </p:sp>
      <p:sp>
        <p:nvSpPr>
          <p:cNvPr id="10487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2"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9"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1048660" name="Date Placeholder 2"/>
          <p:cNvSpPr>
            <a:spLocks noGrp="1"/>
          </p:cNvSpPr>
          <p:nvPr>
            <p:ph type="dt" sz="half" idx="10"/>
          </p:nvPr>
        </p:nvSpPr>
        <p:spPr/>
        <p:txBody>
          <a:bodyPr/>
          <a:lstStyle/>
          <a:p>
            <a:fld id="{D9963A43-9B02-4466-A06D-A3164CD137CF}" type="datetime3">
              <a:rPr lang="en-US" smtClean="0"/>
              <a:t>17 December 2025</a:t>
            </a:fld>
            <a:endParaRPr lang="en-US" dirty="0"/>
          </a:p>
        </p:txBody>
      </p:sp>
      <p:sp>
        <p:nvSpPr>
          <p:cNvPr id="1048661" name="Footer Placeholder 3"/>
          <p:cNvSpPr>
            <a:spLocks noGrp="1"/>
          </p:cNvSpPr>
          <p:nvPr>
            <p:ph type="ftr" sz="quarter" idx="11"/>
          </p:nvPr>
        </p:nvSpPr>
        <p:spPr/>
        <p:txBody>
          <a:bodyPr/>
          <a:lstStyle/>
          <a:p>
            <a:endParaRPr lang="en-US" dirty="0"/>
          </a:p>
        </p:txBody>
      </p:sp>
      <p:sp>
        <p:nvSpPr>
          <p:cNvPr id="1048662" name="Slide Number Placeholder 4"/>
          <p:cNvSpPr>
            <a:spLocks noGrp="1"/>
          </p:cNvSpPr>
          <p:nvPr>
            <p:ph type="sldNum" sz="quarter" idx="12"/>
          </p:nvPr>
        </p:nvSpPr>
        <p:spPr/>
        <p:txBody>
          <a:bodyPr/>
          <a:lstStyle/>
          <a:p>
            <a:fld id="{4CE540F1-D866-4735-9E65-A1952EADD02D}" type="slidenum">
              <a:rPr lang="en-US" altLang="en-US" smtClean="0"/>
              <a:t>‹#›</a:t>
            </a:fld>
            <a:endParaRPr lang="en-US" altLang="en-US"/>
          </a:p>
        </p:txBody>
      </p:sp>
      <p:sp>
        <p:nvSpPr>
          <p:cNvPr id="1048663"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13" name="Date Placeholder 1"/>
          <p:cNvSpPr>
            <a:spLocks noGrp="1"/>
          </p:cNvSpPr>
          <p:nvPr>
            <p:ph type="dt" sz="half" idx="10"/>
          </p:nvPr>
        </p:nvSpPr>
        <p:spPr/>
        <p:txBody>
          <a:bodyPr/>
          <a:lstStyle/>
          <a:p>
            <a:fld id="{103574A6-71DD-4C7C-8E0B-4C3AB694251E}" type="datetime3">
              <a:rPr lang="en-US" smtClean="0"/>
              <a:t>17 December 2025</a:t>
            </a:fld>
            <a:endParaRPr lang="en-US" dirty="0"/>
          </a:p>
        </p:txBody>
      </p:sp>
      <p:sp>
        <p:nvSpPr>
          <p:cNvPr id="1048714" name="Footer Placeholder 2"/>
          <p:cNvSpPr>
            <a:spLocks noGrp="1"/>
          </p:cNvSpPr>
          <p:nvPr>
            <p:ph type="ftr" sz="quarter" idx="11"/>
          </p:nvPr>
        </p:nvSpPr>
        <p:spPr/>
        <p:txBody>
          <a:bodyPr/>
          <a:lstStyle/>
          <a:p>
            <a:endParaRPr lang="en-US" dirty="0"/>
          </a:p>
        </p:txBody>
      </p:sp>
      <p:sp>
        <p:nvSpPr>
          <p:cNvPr id="1048715" name="Slide Number Placeholder 3"/>
          <p:cNvSpPr>
            <a:spLocks noGrp="1"/>
          </p:cNvSpPr>
          <p:nvPr>
            <p:ph type="sldNum" sz="quarter" idx="12"/>
          </p:nvPr>
        </p:nvSpPr>
        <p:spPr/>
        <p:txBody>
          <a:bodyPr/>
          <a:lstStyle/>
          <a:p>
            <a:fld id="{2571F5BB-190B-45BA-B754-2541F8CA6F46}" type="slidenum">
              <a:rPr lang="en-US" altLang="en-US" smtClean="0"/>
              <a:t>‹#›</a:t>
            </a:fld>
            <a:endParaRPr lang="en-US" altLang="en-US"/>
          </a:p>
        </p:txBody>
      </p:sp>
      <p:sp>
        <p:nvSpPr>
          <p:cNvPr id="1048716"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717"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18"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1048719"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1048720" name="Date Placeholder 4"/>
          <p:cNvSpPr>
            <a:spLocks noGrp="1"/>
          </p:cNvSpPr>
          <p:nvPr>
            <p:ph type="dt" sz="half" idx="10"/>
          </p:nvPr>
        </p:nvSpPr>
        <p:spPr/>
        <p:txBody>
          <a:bodyPr/>
          <a:lstStyle/>
          <a:p>
            <a:fld id="{4BFD4C3C-3DE7-4A7C-BBBA-F4E46C7218F8}" type="datetime3">
              <a:rPr lang="en-US" smtClean="0"/>
              <a:t>17 December 2025</a:t>
            </a:fld>
            <a:endParaRPr lang="en-US" dirty="0"/>
          </a:p>
        </p:txBody>
      </p:sp>
      <p:sp>
        <p:nvSpPr>
          <p:cNvPr id="1048721" name="Footer Placeholder 5"/>
          <p:cNvSpPr>
            <a:spLocks noGrp="1"/>
          </p:cNvSpPr>
          <p:nvPr>
            <p:ph type="ftr" sz="quarter" idx="11"/>
          </p:nvPr>
        </p:nvSpPr>
        <p:spPr/>
        <p:txBody>
          <a:bodyPr/>
          <a:lstStyle/>
          <a:p>
            <a:endParaRPr lang="en-US" dirty="0"/>
          </a:p>
        </p:txBody>
      </p:sp>
      <p:sp>
        <p:nvSpPr>
          <p:cNvPr id="1048722" name="Slide Number Placeholder 6"/>
          <p:cNvSpPr>
            <a:spLocks noGrp="1"/>
          </p:cNvSpPr>
          <p:nvPr>
            <p:ph type="sldNum" sz="quarter" idx="12"/>
          </p:nvPr>
        </p:nvSpPr>
        <p:spPr/>
        <p:txBody>
          <a:bodyPr/>
          <a:lstStyle/>
          <a:p>
            <a:fld id="{4B3D1EAA-7E8D-49EA-BCBB-3C5BA424400D}" type="slidenum">
              <a:rPr lang="en-US" altLang="en-US" smtClean="0"/>
              <a:t>‹#›</a:t>
            </a:fld>
            <a:endParaRPr lang="en-US" altLang="en-US"/>
          </a:p>
        </p:txBody>
      </p:sp>
      <p:sp>
        <p:nvSpPr>
          <p:cNvPr id="1048723"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724"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48725"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726"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1048685"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1048686"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48687" name="Date Placeholder 4"/>
          <p:cNvSpPr>
            <a:spLocks noGrp="1"/>
          </p:cNvSpPr>
          <p:nvPr>
            <p:ph type="dt" sz="half" idx="10"/>
          </p:nvPr>
        </p:nvSpPr>
        <p:spPr/>
        <p:txBody>
          <a:bodyPr/>
          <a:lstStyle/>
          <a:p>
            <a:fld id="{609CB119-1C24-4D6A-9B54-28D2C75D2CD5}" type="datetime3">
              <a:rPr lang="en-US" smtClean="0"/>
              <a:t>17 December 2025</a:t>
            </a:fld>
            <a:endParaRPr lang="en-US" dirty="0"/>
          </a:p>
        </p:txBody>
      </p:sp>
      <p:sp>
        <p:nvSpPr>
          <p:cNvPr id="1048688" name="Footer Placeholder 5"/>
          <p:cNvSpPr>
            <a:spLocks noGrp="1"/>
          </p:cNvSpPr>
          <p:nvPr>
            <p:ph type="ftr" sz="quarter" idx="11"/>
          </p:nvPr>
        </p:nvSpPr>
        <p:spPr/>
        <p:txBody>
          <a:bodyPr/>
          <a:lstStyle/>
          <a:p>
            <a:endParaRPr lang="en-US" dirty="0"/>
          </a:p>
        </p:txBody>
      </p:sp>
      <p:sp>
        <p:nvSpPr>
          <p:cNvPr id="1048689" name="Slide Number Placeholder 6"/>
          <p:cNvSpPr>
            <a:spLocks noGrp="1"/>
          </p:cNvSpPr>
          <p:nvPr>
            <p:ph type="sldNum" sz="quarter" idx="12"/>
          </p:nvPr>
        </p:nvSpPr>
        <p:spPr/>
        <p:txBody>
          <a:bodyPr/>
          <a:lstStyle/>
          <a:p>
            <a:fld id="{7B93E55C-A662-4067-BE20-A4D82E579A38}" type="slidenum">
              <a:rPr lang="en-US" altLang="en-US" smtClean="0"/>
              <a:t>‹#›</a:t>
            </a:fld>
            <a:endParaRPr lang="en-US" altLang="en-US"/>
          </a:p>
        </p:txBody>
      </p:sp>
      <p:sp>
        <p:nvSpPr>
          <p:cNvPr id="1048690"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691"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92"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93" name="Title 1"/>
          <p:cNvSpPr>
            <a:spLocks noGrp="1"/>
          </p:cNvSpPr>
          <p:nvPr>
            <p:ph type="title"/>
          </p:nvPr>
        </p:nvSpPr>
        <p:spPr/>
        <p:txBody>
          <a:bodyPr/>
          <a:lstStyle/>
          <a:p>
            <a:r>
              <a:rPr kumimoji="0" lang="en-US"/>
              <a:t>Click to edit Master title style</a:t>
            </a:r>
          </a:p>
        </p:txBody>
      </p:sp>
      <p:sp>
        <p:nvSpPr>
          <p:cNvPr id="1048694"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95" name="Date Placeholder 3"/>
          <p:cNvSpPr>
            <a:spLocks noGrp="1"/>
          </p:cNvSpPr>
          <p:nvPr>
            <p:ph type="dt" sz="half" idx="10"/>
          </p:nvPr>
        </p:nvSpPr>
        <p:spPr/>
        <p:txBody>
          <a:bodyPr/>
          <a:lstStyle/>
          <a:p>
            <a:fld id="{34F0F303-2790-4668-8FFA-B20289BE059E}" type="datetime3">
              <a:rPr lang="en-US" smtClean="0"/>
              <a:t>17 December 2025</a:t>
            </a:fld>
            <a:endParaRPr lang="en-US" dirty="0"/>
          </a:p>
        </p:txBody>
      </p:sp>
      <p:sp>
        <p:nvSpPr>
          <p:cNvPr id="1048696" name="Footer Placeholder 4"/>
          <p:cNvSpPr>
            <a:spLocks noGrp="1"/>
          </p:cNvSpPr>
          <p:nvPr>
            <p:ph type="ftr" sz="quarter" idx="11"/>
          </p:nvPr>
        </p:nvSpPr>
        <p:spPr/>
        <p:txBody>
          <a:bodyPr/>
          <a:lstStyle/>
          <a:p>
            <a:endParaRPr lang="en-US" dirty="0"/>
          </a:p>
        </p:txBody>
      </p:sp>
      <p:sp>
        <p:nvSpPr>
          <p:cNvPr id="1048697" name="Slide Number Placeholder 5"/>
          <p:cNvSpPr>
            <a:spLocks noGrp="1"/>
          </p:cNvSpPr>
          <p:nvPr>
            <p:ph type="sldNum" sz="quarter" idx="12"/>
          </p:nvPr>
        </p:nvSpPr>
        <p:spPr/>
        <p:txBody>
          <a:bodyPr/>
          <a:lstStyle/>
          <a:p>
            <a:fld id="{9A0C11DA-FA02-4E33-93FC-C378FAF95FBA}" type="slidenum">
              <a:rPr lang="en-US" altLang="en-US" smtClean="0"/>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6"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1048677"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78" name="Date Placeholder 3"/>
          <p:cNvSpPr>
            <a:spLocks noGrp="1"/>
          </p:cNvSpPr>
          <p:nvPr>
            <p:ph type="dt" sz="half" idx="10"/>
          </p:nvPr>
        </p:nvSpPr>
        <p:spPr/>
        <p:txBody>
          <a:bodyPr/>
          <a:lstStyle/>
          <a:p>
            <a:fld id="{45D9DCEC-D3D3-49A4-B5EF-AE3A7C98F1E2}" type="datetime3">
              <a:rPr lang="en-US" smtClean="0"/>
              <a:t>17 December 2025</a:t>
            </a:fld>
            <a:endParaRPr lang="en-US" dirty="0"/>
          </a:p>
        </p:txBody>
      </p:sp>
      <p:sp>
        <p:nvSpPr>
          <p:cNvPr id="1048679" name="Footer Placeholder 4"/>
          <p:cNvSpPr>
            <a:spLocks noGrp="1"/>
          </p:cNvSpPr>
          <p:nvPr>
            <p:ph type="ftr" sz="quarter" idx="11"/>
          </p:nvPr>
        </p:nvSpPr>
        <p:spPr/>
        <p:txBody>
          <a:bodyPr/>
          <a:lstStyle/>
          <a:p>
            <a:endParaRPr lang="en-US" dirty="0"/>
          </a:p>
        </p:txBody>
      </p:sp>
      <p:sp>
        <p:nvSpPr>
          <p:cNvPr id="1048680" name="Slide Number Placeholder 5"/>
          <p:cNvSpPr>
            <a:spLocks noGrp="1"/>
          </p:cNvSpPr>
          <p:nvPr>
            <p:ph type="sldNum" sz="quarter" idx="12"/>
          </p:nvPr>
        </p:nvSpPr>
        <p:spPr/>
        <p:txBody>
          <a:bodyPr/>
          <a:lstStyle/>
          <a:p>
            <a:fld id="{B1E085C4-C07B-4C80-B337-90438D59D3CD}" type="slidenum">
              <a:rPr lang="en-US" altLang="en-US" smtClean="0"/>
              <a:t>‹#›</a:t>
            </a:fld>
            <a:endParaRPr lang="en-US" altLang="en-US"/>
          </a:p>
        </p:txBody>
      </p:sp>
      <p:sp>
        <p:nvSpPr>
          <p:cNvPr id="1048681"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682"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48683"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1048576"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048577"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78"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fld id="{08352641-FE31-4BDE-B449-6912734AC2F6}" type="datetime3">
              <a:rPr lang="en-US" smtClean="0"/>
              <a:t>17 December 2025</a:t>
            </a:fld>
            <a:endParaRPr lang="en-US" dirty="0"/>
          </a:p>
        </p:txBody>
      </p:sp>
      <p:sp>
        <p:nvSpPr>
          <p:cNvPr id="1048579"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1048580"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fld id="{D78D2778-B29C-49DB-A26C-44F5760A332D}" type="slidenum">
              <a:rPr lang="en-US" altLang="en-US" smtClean="0"/>
              <a:t>‹#›</a:t>
            </a:fld>
            <a:endParaRPr lang="en-US" altLang="en-US"/>
          </a:p>
        </p:txBody>
      </p:sp>
      <p:sp>
        <p:nvSpPr>
          <p:cNvPr id="1048581"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582"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48583"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05"/>
        <p:cNvGrpSpPr/>
        <p:nvPr/>
      </p:nvGrpSpPr>
      <p:grpSpPr>
        <a:xfrm>
          <a:off x="0" y="0"/>
          <a:ext cx="0" cy="0"/>
          <a:chOff x="0" y="0"/>
          <a:chExt cx="0" cy="0"/>
        </a:xfrm>
      </p:grpSpPr>
      <p:sp>
        <p:nvSpPr>
          <p:cNvPr id="1048616" name="Google Shape;8206;p1"/>
          <p:cNvSpPr txBox="1">
            <a:spLocks noGrp="1"/>
          </p:cNvSpPr>
          <p:nvPr>
            <p:ph type="title"/>
          </p:nvPr>
        </p:nvSpPr>
        <p:spPr>
          <a:xfrm>
            <a:off x="0" y="1"/>
            <a:ext cx="9144000" cy="1052400"/>
          </a:xfrm>
          <a:prstGeom prst="rect">
            <a:avLst/>
          </a:prstGeom>
          <a:solidFill>
            <a:srgbClr val="93B9C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000"/>
              <a:buFont typeface="Times New Roman" panose="02020603050405020304"/>
              <a:buNone/>
            </a:pP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CGB1221 DATABASE MANAGEMENT SYSTEMS</a:t>
            </a:r>
            <a:b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000" b="1">
                <a:solidFill>
                  <a:schemeClr val="dk1"/>
                </a:solidFill>
                <a:latin typeface="Times New Roman" panose="02020603050405020304"/>
                <a:ea typeface="Times New Roman" panose="02020603050405020304"/>
                <a:cs typeface="Times New Roman" panose="02020603050405020304"/>
                <a:sym typeface="Times New Roman" panose="02020603050405020304"/>
              </a:rPr>
              <a:t>PROJECT REVIEW</a:t>
            </a:r>
            <a:endParaRPr sz="2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7" name="Google Shape;8207;p1"/>
          <p:cNvSpPr txBox="1"/>
          <p:nvPr/>
        </p:nvSpPr>
        <p:spPr>
          <a:xfrm>
            <a:off x="817576" y="770662"/>
            <a:ext cx="7772400" cy="4270800"/>
          </a:xfrm>
          <a:prstGeom prst="rect">
            <a:avLst/>
          </a:prstGeom>
          <a:noFill/>
          <a:ln>
            <a:noFill/>
          </a:ln>
        </p:spPr>
        <p:txBody>
          <a:bodyPr spcFirstLastPara="1" wrap="square" lIns="45700" tIns="45700" rIns="45700" bIns="0" anchor="b" anchorCtr="0">
            <a:noAutofit/>
          </a:bodyPr>
          <a:lstStyle/>
          <a:p>
            <a:pPr marL="0" marR="0" lvl="0" indent="0" algn="ctr" rtl="0">
              <a:spcBef>
                <a:spcPts val="0"/>
              </a:spcBef>
              <a:spcAft>
                <a:spcPts val="0"/>
              </a:spcAft>
              <a:buClr>
                <a:schemeClr val="dk1"/>
              </a:buClr>
              <a:buSzPts val="1600"/>
              <a:buFont typeface="Gill Sans"/>
              <a:buNone/>
            </a:pPr>
            <a:endParaRPr sz="1600" b="1" i="0" u="none" strike="noStrike" cap="none" dirty="0">
              <a:solidFill>
                <a:srgbClr val="4141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Clr>
                <a:schemeClr val="dk1"/>
              </a:buClr>
              <a:buSzPts val="2500"/>
              <a:buFont typeface="Gill Sans"/>
              <a:buNone/>
            </a:pPr>
            <a:endParaRPr sz="2500" b="1" i="0" u="none" strike="noStrike" cap="none" dirty="0">
              <a:solidFill>
                <a:srgbClr val="4141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Clr>
                <a:schemeClr val="dk1"/>
              </a:buClr>
              <a:buSzPts val="2500"/>
              <a:buFont typeface="Gill Sans"/>
              <a:buNone/>
            </a:pPr>
            <a:endParaRPr sz="2500" b="1" i="0" u="none" strike="noStrike" cap="none" dirty="0">
              <a:solidFill>
                <a:srgbClr val="4141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Clr>
                <a:schemeClr val="dk1"/>
              </a:buClr>
              <a:buSzPts val="2500"/>
              <a:buFont typeface="Times New Roman" panose="02020603050405020304"/>
              <a:buNone/>
            </a:pP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endParaRPr sz="1800" b="0" i="0" u="none" strike="noStrike" cap="none" dirty="0">
              <a:solidFill>
                <a:schemeClr val="dk1"/>
              </a:solidFill>
              <a:latin typeface="Gill Sans"/>
              <a:ea typeface="Gill Sans"/>
              <a:cs typeface="Gill Sans"/>
              <a:sym typeface="Gill Sans"/>
            </a:endParaRPr>
          </a:p>
          <a:p>
            <a:pPr marL="0" marR="0" lvl="0" indent="0" algn="ctr" rtl="0">
              <a:spcBef>
                <a:spcPts val="0"/>
              </a:spcBef>
              <a:spcAft>
                <a:spcPts val="0"/>
              </a:spcAft>
              <a:buClr>
                <a:schemeClr val="dk1"/>
              </a:buClr>
              <a:buSzPts val="2500"/>
              <a:buFont typeface="Times New Roman" panose="02020603050405020304"/>
              <a:buNone/>
            </a:pP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Academic Year: 2025 – 202</a:t>
            </a:r>
            <a:r>
              <a:rPr lang="en-US" sz="25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6</a:t>
            </a: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5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Odd</a:t>
            </a: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Semester)</a:t>
            </a:r>
            <a:endParaRPr sz="1800" b="0" i="0" u="none" strike="noStrike" cap="none" dirty="0">
              <a:solidFill>
                <a:schemeClr val="dk1"/>
              </a:solidFill>
              <a:latin typeface="Gill Sans"/>
              <a:ea typeface="Gill Sans"/>
              <a:cs typeface="Gill Sans"/>
              <a:sym typeface="Gill Sans"/>
            </a:endParaRPr>
          </a:p>
          <a:p>
            <a:pPr marL="0" marR="0" lvl="0" indent="0" algn="ctr" rtl="0">
              <a:spcBef>
                <a:spcPts val="0"/>
              </a:spcBef>
              <a:spcAft>
                <a:spcPts val="0"/>
              </a:spcAft>
              <a:buClr>
                <a:schemeClr val="dk1"/>
              </a:buClr>
              <a:buSzPts val="2500"/>
              <a:buFont typeface="Gill Sans"/>
              <a:buNone/>
            </a:pPr>
            <a:endParaRPr lang="en-IN"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500"/>
              <a:buFont typeface="Times New Roman" panose="020206030504050203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SANTHOSH SHARMA M [CSC23136]</a:t>
            </a:r>
          </a:p>
          <a:p>
            <a:pPr marL="0" marR="0" lvl="0" indent="0" algn="l" rtl="0">
              <a:spcBef>
                <a:spcPts val="0"/>
              </a:spcBef>
              <a:spcAft>
                <a:spcPts val="0"/>
              </a:spcAft>
              <a:buClr>
                <a:schemeClr val="dk1"/>
              </a:buClr>
              <a:buSzPts val="2500"/>
              <a:buFont typeface="Times New Roman" panose="02020603050405020304"/>
              <a:buNone/>
            </a:pPr>
            <a:r>
              <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SARAVANAPRIYAN M[CSC23138]</a:t>
            </a:r>
          </a:p>
          <a:p>
            <a:pPr marL="0" marR="0" lvl="0" indent="0" algn="l" rtl="0">
              <a:spcBef>
                <a:spcPts val="0"/>
              </a:spcBef>
              <a:spcAft>
                <a:spcPts val="0"/>
              </a:spcAft>
              <a:buClr>
                <a:schemeClr val="dk1"/>
              </a:buClr>
              <a:buSzPts val="2500"/>
              <a:buFont typeface="Times New Roman" panose="020206030504050203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SEENIVASAN S [CSC23139]</a:t>
            </a:r>
            <a:endParaRPr lang="en-US" sz="20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500"/>
              <a:buFont typeface="Times New Roman" panose="02020603050405020304"/>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SIBI S [CSC23149</a:t>
            </a:r>
            <a:r>
              <a:rPr lang="en-US" sz="15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p>
          <a:p>
            <a:pPr marL="0" marR="0" lvl="0" indent="0" algn="l" rtl="0">
              <a:spcBef>
                <a:spcPts val="0"/>
              </a:spcBef>
              <a:spcAft>
                <a:spcPts val="0"/>
              </a:spcAft>
              <a:buClr>
                <a:schemeClr val="dk1"/>
              </a:buClr>
              <a:buSzPts val="2500"/>
              <a:buFont typeface="Times New Roman" panose="02020603050405020304"/>
              <a:buNone/>
            </a:pPr>
            <a:endParaRPr lang="en-US" sz="2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500"/>
              <a:buFont typeface="Times New Roman" panose="02020603050405020304"/>
              <a:buNone/>
            </a:pPr>
            <a:endParaRPr lang="en-US" sz="2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500"/>
              <a:buFont typeface="Times New Roman" panose="02020603050405020304"/>
              <a:buNone/>
            </a:pPr>
            <a:endParaRPr lang="en-US" sz="25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500"/>
              <a:buFont typeface="Times New Roman" panose="02020603050405020304"/>
              <a:buNone/>
            </a:pP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             	: 	</a:t>
            </a:r>
            <a:r>
              <a:rPr lang="en-US" sz="2500" b="1" i="0" u="none" strike="noStrike" cap="none"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Mrs.KALPANA</a:t>
            </a:r>
            <a:r>
              <a:rPr lang="en-US" sz="25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AP/CSE</a:t>
            </a:r>
          </a:p>
        </p:txBody>
      </p:sp>
      <p:sp>
        <p:nvSpPr>
          <p:cNvPr id="1048618" name="Google Shape;8208;p1"/>
          <p:cNvSpPr txBox="1">
            <a:spLocks noGrp="1"/>
          </p:cNvSpPr>
          <p:nvPr>
            <p:ph type="sldNum" idx="12"/>
          </p:nvPr>
        </p:nvSpPr>
        <p:spPr>
          <a:xfrm>
            <a:off x="612648" y="4767263"/>
            <a:ext cx="1981200" cy="274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1400"/>
              <a:buFont typeface="Gill Sans"/>
              <a:buNone/>
            </a:pPr>
            <a:fld id="{00000000-1234-1234-1234-123412341234}" type="slidenum">
              <a:rPr lang="en-US"/>
              <a:t>1</a:t>
            </a:fld>
            <a:endParaRPr dirty="0"/>
          </a:p>
        </p:txBody>
      </p:sp>
      <p:pic>
        <p:nvPicPr>
          <p:cNvPr id="2097167" name="Google Shape;8209;p1"/>
          <p:cNvPicPr preferRelativeResize="0">
            <a:picLocks/>
          </p:cNvPicPr>
          <p:nvPr/>
        </p:nvPicPr>
        <p:blipFill rotWithShape="1">
          <a:blip r:embed="rId2"/>
          <a:srcRect/>
          <a:stretch>
            <a:fillRect/>
          </a:stretch>
        </p:blipFill>
        <p:spPr>
          <a:xfrm>
            <a:off x="8018477" y="10033"/>
            <a:ext cx="1143000" cy="1057275"/>
          </a:xfrm>
          <a:prstGeom prst="rect">
            <a:avLst/>
          </a:prstGeom>
          <a:noFill/>
          <a:ln>
            <a:noFill/>
          </a:ln>
        </p:spPr>
      </p:pic>
      <p:pic>
        <p:nvPicPr>
          <p:cNvPr id="2097168" name="Google Shape;8210;p1"/>
          <p:cNvPicPr preferRelativeResize="0">
            <a:picLocks/>
          </p:cNvPicPr>
          <p:nvPr/>
        </p:nvPicPr>
        <p:blipFill rotWithShape="1">
          <a:blip r:embed="rId3"/>
          <a:srcRect/>
          <a:stretch>
            <a:fillRect/>
          </a:stretch>
        </p:blipFill>
        <p:spPr>
          <a:xfrm>
            <a:off x="38100" y="10033"/>
            <a:ext cx="1066799" cy="10227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9"/>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TITLE OF PROJECT</a:t>
            </a:r>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1048620" name="Slide Number Placeholder 5"/>
          <p:cNvSpPr>
            <a:spLocks noGrp="1" noChangeArrowheads="1"/>
          </p:cNvSpPr>
          <p:nvPr>
            <p:ph type="sldNum" sz="quarter" idx="12"/>
          </p:nvPr>
        </p:nvSpPr>
        <p:spPr bwMode="auto">
          <a:noFill/>
          <a:ln>
            <a:miter lim="800000"/>
          </a:ln>
        </p:spPr>
        <p:txBody>
          <a:bodyPr/>
          <a:lstStyle/>
          <a:p>
            <a:fld id="{C8B3AA75-1EA1-4A20-9182-A423EE2FFA8F}" type="slidenum">
              <a:rPr lang="en-US" altLang="en-US" smtClean="0"/>
              <a:t>2</a:t>
            </a:fld>
            <a:endParaRPr lang="en-US" altLang="en-US" dirty="0"/>
          </a:p>
        </p:txBody>
      </p:sp>
      <p:sp>
        <p:nvSpPr>
          <p:cNvPr id="1048621" name="Footer Placeholder 4"/>
          <p:cNvSpPr txBox="1"/>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endParaRPr lang="en-US" sz="2500" b="1" dirty="0"/>
          </a:p>
        </p:txBody>
      </p:sp>
      <p:sp>
        <p:nvSpPr>
          <p:cNvPr id="1048622" name="Content Placeholder 2"/>
          <p:cNvSpPr>
            <a:spLocks noGrp="1"/>
          </p:cNvSpPr>
          <p:nvPr>
            <p:ph sz="quarter" idx="1"/>
          </p:nvPr>
        </p:nvSpPr>
        <p:spPr>
          <a:xfrm>
            <a:off x="457200" y="1271070"/>
            <a:ext cx="8229600" cy="3346649"/>
          </a:xfrm>
        </p:spPr>
        <p:txBody>
          <a:bodyPr/>
          <a:lstStyle/>
          <a:p>
            <a:pPr marL="0" indent="0" algn="ctr">
              <a:buNone/>
            </a:pPr>
            <a:r>
              <a:rPr lang="en-US" sz="3200" b="1" dirty="0">
                <a:solidFill>
                  <a:schemeClr val="tx1"/>
                </a:solidFill>
                <a:latin typeface="Times New Roman" panose="02020603050405020304" pitchFamily="18" charset="0"/>
                <a:cs typeface="Times New Roman" panose="02020603050405020304" pitchFamily="18" charset="0"/>
              </a:rPr>
              <a:t>     </a:t>
            </a:r>
          </a:p>
          <a:p>
            <a:pPr marL="0" indent="0" algn="ctr">
              <a:buNone/>
            </a:pPr>
            <a:r>
              <a:rPr lang="en-US" sz="3200" b="1" dirty="0">
                <a:solidFill>
                  <a:schemeClr val="tx1"/>
                </a:solidFill>
                <a:latin typeface="Times New Roman" panose="02020603050405020304" pitchFamily="18" charset="0"/>
                <a:cs typeface="Times New Roman" panose="02020603050405020304" pitchFamily="18" charset="0"/>
              </a:rPr>
              <a:t>HOSTEL  MANAGEMENT </a:t>
            </a:r>
          </a:p>
          <a:p>
            <a:pPr marL="0" indent="0" algn="ctr">
              <a:buNone/>
            </a:pPr>
            <a:r>
              <a:rPr lang="en-US" sz="3200" b="1" dirty="0">
                <a:solidFill>
                  <a:schemeClr val="tx1"/>
                </a:solidFill>
                <a:latin typeface="Times New Roman" panose="02020603050405020304" pitchFamily="18" charset="0"/>
                <a:cs typeface="Times New Roman" panose="02020603050405020304" pitchFamily="18" charset="0"/>
              </a:rPr>
              <a:t>SYSTEM </a:t>
            </a:r>
          </a:p>
          <a:p>
            <a:pPr algn="ctr"/>
            <a:endParaRPr lang="en-US" sz="2800" b="1" dirty="0">
              <a:solidFill>
                <a:schemeClr val="tx1"/>
              </a:solidFill>
              <a:latin typeface="Times New Roman" panose="02020603050405020304" pitchFamily="18" charset="0"/>
              <a:cs typeface="Times New Roman" panose="02020603050405020304" pitchFamily="18" charset="0"/>
            </a:endParaRPr>
          </a:p>
          <a:p>
            <a:pPr marL="0" indent="0" algn="ctr">
              <a:buNone/>
            </a:pPr>
            <a:endParaRPr lang="en-IN" dirty="0">
              <a:latin typeface="Times New Roman" panose="02020603050405020304" pitchFamily="18" charset="0"/>
              <a:cs typeface="Times New Roman" panose="02020603050405020304" pitchFamily="18" charset="0"/>
            </a:endParaRPr>
          </a:p>
        </p:txBody>
      </p:sp>
      <p:pic>
        <p:nvPicPr>
          <p:cNvPr id="2097169" name="Picture 12"/>
          <p:cNvPicPr>
            <a:picLocks noChangeAspect="1"/>
          </p:cNvPicPr>
          <p:nvPr/>
        </p:nvPicPr>
        <p:blipFill>
          <a:blip r:embed="rId2"/>
          <a:stretch>
            <a:fillRect/>
          </a:stretch>
        </p:blipFill>
        <p:spPr>
          <a:xfrm>
            <a:off x="8018477" y="10033"/>
            <a:ext cx="1143000" cy="1057275"/>
          </a:xfrm>
          <a:prstGeom prst="rect">
            <a:avLst/>
          </a:prstGeom>
        </p:spPr>
      </p:pic>
      <p:pic>
        <p:nvPicPr>
          <p:cNvPr id="2097170" name="object 5"/>
          <p:cNvPicPr>
            <a:picLocks/>
          </p:cNvPicPr>
          <p:nvPr/>
        </p:nvPicPr>
        <p:blipFill>
          <a:blip r:embed="rId3" cstate="print"/>
          <a:stretch>
            <a:fillRect/>
          </a:stretch>
        </p:blipFill>
        <p:spPr>
          <a:xfrm>
            <a:off x="38100" y="10033"/>
            <a:ext cx="1066799" cy="10227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0" y="0"/>
            <a:ext cx="9144000" cy="1047750"/>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ABSTRACT</a:t>
            </a:r>
            <a:r>
              <a:rPr lang="en-IN" dirty="0">
                <a:solidFill>
                  <a:schemeClr val="tx1"/>
                </a:solidFill>
                <a:latin typeface="Times New Roman" panose="02020603050405020304" pitchFamily="18" charset="0"/>
                <a:cs typeface="Times New Roman" panose="02020603050405020304" pitchFamily="18" charset="0"/>
              </a:rPr>
              <a:t> </a:t>
            </a:r>
            <a:endParaRPr lang="en-IN" sz="4000" dirty="0">
              <a:solidFill>
                <a:schemeClr val="tx1"/>
              </a:solidFill>
              <a:latin typeface="Times New Roman" panose="02020603050405020304" pitchFamily="18" charset="0"/>
              <a:cs typeface="Times New Roman" panose="02020603050405020304" pitchFamily="18" charset="0"/>
            </a:endParaRPr>
          </a:p>
        </p:txBody>
      </p:sp>
      <p:sp>
        <p:nvSpPr>
          <p:cNvPr id="1048624" name="Slide Number Placeholder 5"/>
          <p:cNvSpPr>
            <a:spLocks noGrp="1"/>
          </p:cNvSpPr>
          <p:nvPr>
            <p:ph type="sldNum" sz="quarter" idx="12"/>
          </p:nvPr>
        </p:nvSpPr>
        <p:spPr/>
        <p:txBody>
          <a:bodyPr/>
          <a:lstStyle/>
          <a:p>
            <a:fld id="{0E14ABD8-B1EB-4C07-9937-C8C4E38BDF00}" type="slidenum">
              <a:rPr lang="en-US" altLang="en-US" smtClean="0"/>
              <a:t>3</a:t>
            </a:fld>
            <a:endParaRPr lang="en-US" altLang="en-US"/>
          </a:p>
        </p:txBody>
      </p:sp>
      <p:pic>
        <p:nvPicPr>
          <p:cNvPr id="2097171" name="Picture 19"/>
          <p:cNvPicPr>
            <a:picLocks noChangeAspect="1"/>
          </p:cNvPicPr>
          <p:nvPr/>
        </p:nvPicPr>
        <p:blipFill>
          <a:blip r:embed="rId2"/>
          <a:stretch>
            <a:fillRect/>
          </a:stretch>
        </p:blipFill>
        <p:spPr>
          <a:xfrm>
            <a:off x="8018477" y="10033"/>
            <a:ext cx="1143000" cy="1057275"/>
          </a:xfrm>
          <a:prstGeom prst="rect">
            <a:avLst/>
          </a:prstGeom>
        </p:spPr>
      </p:pic>
      <p:pic>
        <p:nvPicPr>
          <p:cNvPr id="2097172" name="object 5"/>
          <p:cNvPicPr>
            <a:picLocks/>
          </p:cNvPicPr>
          <p:nvPr/>
        </p:nvPicPr>
        <p:blipFill>
          <a:blip r:embed="rId3" cstate="print"/>
          <a:stretch>
            <a:fillRect/>
          </a:stretch>
        </p:blipFill>
        <p:spPr>
          <a:xfrm>
            <a:off x="38100" y="10033"/>
            <a:ext cx="1066799" cy="1022732"/>
          </a:xfrm>
          <a:prstGeom prst="rect">
            <a:avLst/>
          </a:prstGeom>
        </p:spPr>
      </p:pic>
      <p:sp>
        <p:nvSpPr>
          <p:cNvPr id="1048733" name="Text Box 6"/>
          <p:cNvSpPr txBox="1"/>
          <p:nvPr/>
        </p:nvSpPr>
        <p:spPr>
          <a:xfrm>
            <a:off x="846152" y="945663"/>
            <a:ext cx="7172325" cy="3632846"/>
          </a:xfrm>
          <a:prstGeom prst="rect">
            <a:avLst/>
          </a:prstGeom>
          <a:noFill/>
        </p:spPr>
        <p:txBody>
          <a:bodyPr wrap="squar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lnSpc>
                <a:spcPct val="150000"/>
              </a:lnSpc>
            </a:pP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Hostel Management System</a:t>
            </a:r>
            <a:r>
              <a:rPr lang="en-US" dirty="0">
                <a:latin typeface="Times New Roman" panose="02020603050405020304" pitchFamily="18" charset="0"/>
                <a:cs typeface="Times New Roman" panose="02020603050405020304" pitchFamily="18" charset="0"/>
              </a:rPr>
              <a:t> is a software application designed to simplify and automate the process of managing hostel operations. Traditional hostel management involves extensive manual record-keeping, which is time-consuming, error-prone, and inefficient. This system provides a centralized digital platform to handle key activities such as student registration, room allocation, fee management, attendance tracking, and complaint handling. The system ensures data accuracy, enhances transparency, and provides quick access to relevant information for both administrators and students. Developed using [insert technologies used, e.g., PHP, MySQL, and HTML/CSS], the application features a user-friendly interface and secure database management. By reducing administrative workload and improving operational efficiency, the Hostel Management System contributes to better resource utilization and an improved hostel experience.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
          <p:cNvSpPr>
            <a:spLocks noGrp="1"/>
          </p:cNvSpPr>
          <p:nvPr>
            <p:ph type="title"/>
          </p:nvPr>
        </p:nvSpPr>
        <p:spPr>
          <a:xfrm>
            <a:off x="0" y="-19051"/>
            <a:ext cx="9161477" cy="1069657"/>
          </a:xfrm>
          <a:solidFill>
            <a:schemeClr val="bg2">
              <a:lumMod val="75000"/>
            </a:schemeClr>
          </a:solidFill>
        </p:spPr>
        <p:txBody>
          <a:bodyPr anchor="ctr">
            <a:noAutofit/>
          </a:bodyPr>
          <a:lstStyle/>
          <a:p>
            <a:pPr algn="ctr"/>
            <a:r>
              <a:rPr lang="en-US" sz="2800" b="1" dirty="0">
                <a:solidFill>
                  <a:schemeClr val="tx1"/>
                </a:solidFill>
                <a:latin typeface="Times New Roman" panose="02020603050405020304"/>
                <a:ea typeface="Times New Roman" panose="02020603050405020304"/>
                <a:cs typeface="Times New Roman" panose="02020603050405020304"/>
                <a:sym typeface="Times New Roman" panose="02020603050405020304"/>
              </a:rPr>
              <a:t>INTRODUCTION</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1048627" name="Slide Number Placeholder 5"/>
          <p:cNvSpPr>
            <a:spLocks noGrp="1"/>
          </p:cNvSpPr>
          <p:nvPr>
            <p:ph type="sldNum" sz="quarter" idx="12"/>
          </p:nvPr>
        </p:nvSpPr>
        <p:spPr/>
        <p:txBody>
          <a:bodyPr/>
          <a:lstStyle/>
          <a:p>
            <a:fld id="{0E14ABD8-B1EB-4C07-9937-C8C4E38BDF00}" type="slidenum">
              <a:rPr lang="en-US" altLang="en-US" smtClean="0"/>
              <a:t>4</a:t>
            </a:fld>
            <a:endParaRPr lang="en-US" altLang="en-US"/>
          </a:p>
        </p:txBody>
      </p:sp>
      <p:pic>
        <p:nvPicPr>
          <p:cNvPr id="2097173" name="Picture 18"/>
          <p:cNvPicPr>
            <a:picLocks noChangeAspect="1"/>
          </p:cNvPicPr>
          <p:nvPr/>
        </p:nvPicPr>
        <p:blipFill>
          <a:blip r:embed="rId2"/>
          <a:stretch>
            <a:fillRect/>
          </a:stretch>
        </p:blipFill>
        <p:spPr>
          <a:xfrm>
            <a:off x="8018477" y="10033"/>
            <a:ext cx="1143000" cy="1057275"/>
          </a:xfrm>
          <a:prstGeom prst="rect">
            <a:avLst/>
          </a:prstGeom>
        </p:spPr>
      </p:pic>
      <p:pic>
        <p:nvPicPr>
          <p:cNvPr id="2097174" name="object 5"/>
          <p:cNvPicPr>
            <a:picLocks/>
          </p:cNvPicPr>
          <p:nvPr/>
        </p:nvPicPr>
        <p:blipFill>
          <a:blip r:embed="rId3" cstate="print"/>
          <a:stretch>
            <a:fillRect/>
          </a:stretch>
        </p:blipFill>
        <p:spPr>
          <a:xfrm>
            <a:off x="38100" y="10033"/>
            <a:ext cx="1066799" cy="1022732"/>
          </a:xfrm>
          <a:prstGeom prst="rect">
            <a:avLst/>
          </a:prstGeom>
        </p:spPr>
      </p:pic>
      <p:sp>
        <p:nvSpPr>
          <p:cNvPr id="1048734" name="Text Box 5"/>
          <p:cNvSpPr txBox="1"/>
          <p:nvPr/>
        </p:nvSpPr>
        <p:spPr>
          <a:xfrm>
            <a:off x="952832" y="1454879"/>
            <a:ext cx="7637145" cy="2595581"/>
          </a:xfrm>
          <a:prstGeom prst="rect">
            <a:avLst/>
          </a:prstGeom>
          <a:noFill/>
        </p:spPr>
        <p:txBody>
          <a:bodyPr wrap="squar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lnSpc>
                <a:spcPct val="180000"/>
              </a:lnSpc>
            </a:pPr>
            <a:r>
              <a:rPr lang="en-US" dirty="0">
                <a:latin typeface="Times New Roman" panose="02020603050405020304" pitchFamily="18" charset="0"/>
                <a:cs typeface="Times New Roman" panose="02020603050405020304" pitchFamily="18" charset="0"/>
              </a:rPr>
              <a:t>The </a:t>
            </a:r>
            <a:r>
              <a:rPr lang="en-US" i="1" dirty="0">
                <a:latin typeface="Times New Roman" panose="02020603050405020304" pitchFamily="18" charset="0"/>
                <a:cs typeface="Times New Roman" panose="02020603050405020304" pitchFamily="18" charset="0"/>
              </a:rPr>
              <a:t>Hostel Management System</a:t>
            </a:r>
            <a:r>
              <a:rPr lang="en-US" dirty="0">
                <a:latin typeface="Times New Roman" panose="02020603050405020304" pitchFamily="18" charset="0"/>
                <a:cs typeface="Times New Roman" panose="02020603050405020304" pitchFamily="18" charset="0"/>
              </a:rPr>
              <a:t> is an integrated software solution developed to streamline and automate the day-to-day administrative operations of a hostel. In many educational institutions and organizations, hostels play a vital role in providing accommodation to students or employees. However, managing hostel activities manually often leads to challenges such as data redundancy, inefficiency, difficulty in tracking records, and human errors.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a:xfrm>
            <a:off x="0" y="0"/>
            <a:ext cx="9144000" cy="1057276"/>
          </a:xfrm>
          <a:solidFill>
            <a:schemeClr val="bg2">
              <a:lumMod val="75000"/>
            </a:schemeClr>
          </a:solidFill>
        </p:spPr>
        <p:txBody>
          <a:bodyPr anchor="ctr">
            <a:normAutofit/>
          </a:bodyPr>
          <a:lstStyle/>
          <a:p>
            <a:pPr algn="ctr"/>
            <a:r>
              <a:rPr lang="en-US" altLang="en-IN" sz="3600" b="1" dirty="0">
                <a:solidFill>
                  <a:schemeClr val="tx1"/>
                </a:solidFill>
                <a:latin typeface="Times New Roman" panose="02020603050405020304" pitchFamily="18" charset="0"/>
                <a:cs typeface="Times New Roman" panose="02020603050405020304" pitchFamily="18" charset="0"/>
              </a:rPr>
              <a:t>Existing System</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630" name="Slide Number Placeholder 5"/>
          <p:cNvSpPr>
            <a:spLocks noGrp="1"/>
          </p:cNvSpPr>
          <p:nvPr>
            <p:ph type="sldNum" sz="quarter" idx="12"/>
          </p:nvPr>
        </p:nvSpPr>
        <p:spPr/>
        <p:txBody>
          <a:bodyPr/>
          <a:lstStyle/>
          <a:p>
            <a:fld id="{0E14ABD8-B1EB-4C07-9937-C8C4E38BDF00}" type="slidenum">
              <a:rPr lang="en-US" altLang="en-US" smtClean="0"/>
              <a:t>5</a:t>
            </a:fld>
            <a:endParaRPr lang="en-US" altLang="en-US"/>
          </a:p>
        </p:txBody>
      </p:sp>
      <p:pic>
        <p:nvPicPr>
          <p:cNvPr id="2097175" name="Picture 9"/>
          <p:cNvPicPr>
            <a:picLocks noChangeAspect="1"/>
          </p:cNvPicPr>
          <p:nvPr/>
        </p:nvPicPr>
        <p:blipFill>
          <a:blip r:embed="rId2"/>
          <a:stretch>
            <a:fillRect/>
          </a:stretch>
        </p:blipFill>
        <p:spPr>
          <a:xfrm>
            <a:off x="8018477" y="10033"/>
            <a:ext cx="1143000" cy="1057275"/>
          </a:xfrm>
          <a:prstGeom prst="rect">
            <a:avLst/>
          </a:prstGeom>
        </p:spPr>
      </p:pic>
      <p:pic>
        <p:nvPicPr>
          <p:cNvPr id="2097176" name="object 5"/>
          <p:cNvPicPr>
            <a:picLocks/>
          </p:cNvPicPr>
          <p:nvPr/>
        </p:nvPicPr>
        <p:blipFill>
          <a:blip r:embed="rId3" cstate="print"/>
          <a:stretch>
            <a:fillRect/>
          </a:stretch>
        </p:blipFill>
        <p:spPr>
          <a:xfrm>
            <a:off x="38100" y="10033"/>
            <a:ext cx="1066799" cy="1022732"/>
          </a:xfrm>
          <a:prstGeom prst="rect">
            <a:avLst/>
          </a:prstGeom>
        </p:spPr>
      </p:pic>
      <p:sp>
        <p:nvSpPr>
          <p:cNvPr id="1048736" name="Text Box 4"/>
          <p:cNvSpPr txBox="1"/>
          <p:nvPr/>
        </p:nvSpPr>
        <p:spPr>
          <a:xfrm>
            <a:off x="1104898" y="1077341"/>
            <a:ext cx="7255510" cy="3846351"/>
          </a:xfrm>
          <a:prstGeom prst="rect">
            <a:avLst/>
          </a:prstGeom>
          <a:noFill/>
        </p:spPr>
        <p:txBody>
          <a:bodyPr wrap="squar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Manual Record-Keeping: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Hostel data such as student details, room allocations, and fee records are maintained manually in registers or spreadsheets</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Time-Consuming Processes: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Administrative tasks like room assignment, fee collection, and report generation require significant time and effort.</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High Chance of Errors: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Manual entry and record management often lead to human errors, data duplication, and loss of important information.</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Difficulty in Data Retrieval: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Searching and updating student or room information from paper records or files is cumbersome and inefficient.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a:xfrm>
            <a:off x="0" y="0"/>
            <a:ext cx="9144000" cy="1057276"/>
          </a:xfrm>
          <a:solidFill>
            <a:schemeClr val="bg2">
              <a:lumMod val="75000"/>
            </a:schemeClr>
          </a:solidFill>
        </p:spPr>
        <p:txBody>
          <a:bodyPr anchor="ctr">
            <a:normAutofit/>
          </a:bodyPr>
          <a:lstStyle/>
          <a:p>
            <a:pPr algn="ctr"/>
            <a:r>
              <a:rPr lang="en-US" altLang="en-IN" sz="2800" b="1" dirty="0">
                <a:solidFill>
                  <a:schemeClr val="tx1"/>
                </a:solidFill>
                <a:latin typeface="Times New Roman" panose="02020603050405020304" pitchFamily="18" charset="0"/>
                <a:cs typeface="Times New Roman" panose="02020603050405020304" pitchFamily="18" charset="0"/>
              </a:rPr>
              <a:t>Proposed System</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608" name="Slide Number Placeholder 5"/>
          <p:cNvSpPr>
            <a:spLocks noGrp="1"/>
          </p:cNvSpPr>
          <p:nvPr>
            <p:ph type="sldNum" sz="quarter" idx="12"/>
          </p:nvPr>
        </p:nvSpPr>
        <p:spPr/>
        <p:txBody>
          <a:bodyPr/>
          <a:lstStyle/>
          <a:p>
            <a:fld id="{0E14ABD8-B1EB-4C07-9937-C8C4E38BDF00}" type="slidenum">
              <a:rPr lang="en-US" altLang="en-US" smtClean="0"/>
              <a:t>6</a:t>
            </a:fld>
            <a:endParaRPr lang="en-US" altLang="en-US"/>
          </a:p>
        </p:txBody>
      </p:sp>
      <p:pic>
        <p:nvPicPr>
          <p:cNvPr id="2097165" name="Picture 9"/>
          <p:cNvPicPr>
            <a:picLocks noChangeAspect="1"/>
          </p:cNvPicPr>
          <p:nvPr/>
        </p:nvPicPr>
        <p:blipFill>
          <a:blip r:embed="rId2"/>
          <a:stretch>
            <a:fillRect/>
          </a:stretch>
        </p:blipFill>
        <p:spPr>
          <a:xfrm>
            <a:off x="8018477" y="10033"/>
            <a:ext cx="1143000" cy="1057275"/>
          </a:xfrm>
          <a:prstGeom prst="rect">
            <a:avLst/>
          </a:prstGeom>
        </p:spPr>
      </p:pic>
      <p:pic>
        <p:nvPicPr>
          <p:cNvPr id="2097166" name="object 5"/>
          <p:cNvPicPr>
            <a:picLocks/>
          </p:cNvPicPr>
          <p:nvPr/>
        </p:nvPicPr>
        <p:blipFill>
          <a:blip r:embed="rId3" cstate="print"/>
          <a:stretch>
            <a:fillRect/>
          </a:stretch>
        </p:blipFill>
        <p:spPr>
          <a:xfrm>
            <a:off x="38100" y="10033"/>
            <a:ext cx="1066799" cy="1022732"/>
          </a:xfrm>
          <a:prstGeom prst="rect">
            <a:avLst/>
          </a:prstGeom>
        </p:spPr>
      </p:pic>
      <p:sp>
        <p:nvSpPr>
          <p:cNvPr id="1048738" name="Text Box 4"/>
          <p:cNvSpPr txBox="1"/>
          <p:nvPr/>
        </p:nvSpPr>
        <p:spPr>
          <a:xfrm>
            <a:off x="1104899" y="1227451"/>
            <a:ext cx="6920230" cy="3653988"/>
          </a:xfrm>
          <a:prstGeom prst="rect">
            <a:avLst/>
          </a:prstGeom>
          <a:noFill/>
        </p:spPr>
        <p:txBody>
          <a:bodyPr wrap="squar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Automation of Processes: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proposed system automates key hostel management activities such as student registration, room allocation, and fee collection, reducing manual workload.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Centralized Database:</a:t>
            </a:r>
          </a:p>
          <a:p>
            <a:r>
              <a:rPr lang="en-IN" alt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All hostel-related data is stored in a centralized and secure database, allowing     easy access, updating, and management of records.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User-Friendly Interface: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provides a simple and interactive interface for both administrators and students to perform their tasks efficiently</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Efficient Room Management: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Administrators can easily assign rooms, view occupancy status, and manage availability in real time.</a:t>
            </a:r>
            <a:r>
              <a:rPr lang="en-US" altLang="en-US" sz="16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48601" name="Title 1"/>
          <p:cNvSpPr>
            <a:spLocks noGrp="1"/>
          </p:cNvSpPr>
          <p:nvPr>
            <p:ph type="title"/>
          </p:nvPr>
        </p:nvSpPr>
        <p:spPr>
          <a:xfrm>
            <a:off x="1" y="-7238"/>
            <a:ext cx="9144000" cy="1040003"/>
          </a:xfrm>
          <a:solidFill>
            <a:schemeClr val="bg2">
              <a:lumMod val="75000"/>
            </a:schemeClr>
          </a:solidFill>
        </p:spPr>
        <p:txBody>
          <a:bodyPr anchor="ctr">
            <a:normAutofit/>
          </a:bodyPr>
          <a:lstStyle/>
          <a:p>
            <a:pPr algn="ctr"/>
            <a:r>
              <a:rPr lang="en-IN" sz="2800" b="1" dirty="0">
                <a:solidFill>
                  <a:schemeClr val="tx1"/>
                </a:solidFill>
                <a:latin typeface="Times New Roman" panose="02020603050405020304" pitchFamily="18" charset="0"/>
                <a:cs typeface="Times New Roman" panose="02020603050405020304" pitchFamily="18" charset="0"/>
              </a:rPr>
              <a:t>PROPOSED ARCHITECTURE</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602" name="Slide Number Placeholder 5"/>
          <p:cNvSpPr>
            <a:spLocks noGrp="1"/>
          </p:cNvSpPr>
          <p:nvPr>
            <p:ph type="sldNum" sz="quarter" idx="12"/>
          </p:nvPr>
        </p:nvSpPr>
        <p:spPr/>
        <p:txBody>
          <a:bodyPr/>
          <a:lstStyle/>
          <a:p>
            <a:fld id="{0E14ABD8-B1EB-4C07-9937-C8C4E38BDF00}" type="slidenum">
              <a:rPr lang="en-US" altLang="en-US" smtClean="0"/>
              <a:t>7</a:t>
            </a:fld>
            <a:endParaRPr lang="en-US" altLang="en-US"/>
          </a:p>
        </p:txBody>
      </p:sp>
      <p:pic>
        <p:nvPicPr>
          <p:cNvPr id="2097160" name="object 5"/>
          <p:cNvPicPr>
            <a:picLocks/>
          </p:cNvPicPr>
          <p:nvPr/>
        </p:nvPicPr>
        <p:blipFill>
          <a:blip r:embed="rId2" cstate="print"/>
          <a:stretch>
            <a:fillRect/>
          </a:stretch>
        </p:blipFill>
        <p:spPr>
          <a:xfrm>
            <a:off x="38100" y="10033"/>
            <a:ext cx="1066799" cy="1022732"/>
          </a:xfrm>
          <a:prstGeom prst="rect">
            <a:avLst/>
          </a:prstGeom>
        </p:spPr>
      </p:pic>
      <p:pic>
        <p:nvPicPr>
          <p:cNvPr id="2097161" name="Picture 8"/>
          <p:cNvPicPr>
            <a:picLocks noChangeAspect="1"/>
          </p:cNvPicPr>
          <p:nvPr/>
        </p:nvPicPr>
        <p:blipFill>
          <a:blip r:embed="rId3"/>
          <a:stretch>
            <a:fillRect/>
          </a:stretch>
        </p:blipFill>
        <p:spPr>
          <a:xfrm>
            <a:off x="8018477" y="10033"/>
            <a:ext cx="1143000" cy="1057275"/>
          </a:xfrm>
          <a:prstGeom prst="rect">
            <a:avLst/>
          </a:prstGeom>
        </p:spPr>
      </p:pic>
      <p:pic>
        <p:nvPicPr>
          <p:cNvPr id="3" name="Picture 2">
            <a:extLst>
              <a:ext uri="{FF2B5EF4-FFF2-40B4-BE49-F238E27FC236}">
                <a16:creationId xmlns:a16="http://schemas.microsoft.com/office/drawing/2014/main" id="{1295A03A-E9E2-BCA8-AE19-6F1DDF847E19}"/>
              </a:ext>
            </a:extLst>
          </p:cNvPr>
          <p:cNvPicPr>
            <a:picLocks noChangeAspect="1"/>
          </p:cNvPicPr>
          <p:nvPr/>
        </p:nvPicPr>
        <p:blipFill>
          <a:blip r:embed="rId4"/>
          <a:stretch>
            <a:fillRect/>
          </a:stretch>
        </p:blipFill>
        <p:spPr>
          <a:xfrm>
            <a:off x="1735015" y="1032765"/>
            <a:ext cx="6088186" cy="3991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US" altLang="en-IN" sz="2800" b="1" dirty="0">
                <a:solidFill>
                  <a:schemeClr val="tx1"/>
                </a:solidFill>
                <a:latin typeface="Times New Roman" panose="02020603050405020304" pitchFamily="18" charset="0"/>
                <a:cs typeface="Times New Roman" panose="02020603050405020304" pitchFamily="18" charset="0"/>
              </a:rPr>
              <a:t>Use case diagram</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596" name="Slide Number Placeholder 5"/>
          <p:cNvSpPr>
            <a:spLocks noGrp="1"/>
          </p:cNvSpPr>
          <p:nvPr>
            <p:ph type="sldNum" sz="quarter" idx="12"/>
          </p:nvPr>
        </p:nvSpPr>
        <p:spPr/>
        <p:txBody>
          <a:bodyPr/>
          <a:lstStyle/>
          <a:p>
            <a:fld id="{0E14ABD8-B1EB-4C07-9937-C8C4E38BDF00}" type="slidenum">
              <a:rPr lang="en-US" altLang="en-US" smtClean="0"/>
              <a:t>8</a:t>
            </a:fld>
            <a:endParaRPr lang="en-US" altLang="en-US"/>
          </a:p>
        </p:txBody>
      </p:sp>
      <p:pic>
        <p:nvPicPr>
          <p:cNvPr id="2097156" name="object 5"/>
          <p:cNvPicPr>
            <a:picLocks/>
          </p:cNvPicPr>
          <p:nvPr/>
        </p:nvPicPr>
        <p:blipFill>
          <a:blip r:embed="rId2" cstate="print"/>
          <a:stretch>
            <a:fillRect/>
          </a:stretch>
        </p:blipFill>
        <p:spPr>
          <a:xfrm>
            <a:off x="38100" y="10033"/>
            <a:ext cx="1066799" cy="1022732"/>
          </a:xfrm>
          <a:prstGeom prst="rect">
            <a:avLst/>
          </a:prstGeom>
        </p:spPr>
      </p:pic>
      <p:pic>
        <p:nvPicPr>
          <p:cNvPr id="2097157" name="Picture 8"/>
          <p:cNvPicPr>
            <a:picLocks noChangeAspect="1"/>
          </p:cNvPicPr>
          <p:nvPr/>
        </p:nvPicPr>
        <p:blipFill>
          <a:blip r:embed="rId3"/>
          <a:stretch>
            <a:fillRect/>
          </a:stretch>
        </p:blipFill>
        <p:spPr>
          <a:xfrm>
            <a:off x="8018477" y="10033"/>
            <a:ext cx="1143000" cy="1057275"/>
          </a:xfrm>
          <a:prstGeom prst="rect">
            <a:avLst/>
          </a:prstGeom>
        </p:spPr>
      </p:pic>
      <p:pic>
        <p:nvPicPr>
          <p:cNvPr id="5" name="Picture 4">
            <a:extLst>
              <a:ext uri="{FF2B5EF4-FFF2-40B4-BE49-F238E27FC236}">
                <a16:creationId xmlns:a16="http://schemas.microsoft.com/office/drawing/2014/main" id="{4CE902DF-D2E6-EF78-5F1E-A087260CE581}"/>
              </a:ext>
            </a:extLst>
          </p:cNvPr>
          <p:cNvPicPr>
            <a:picLocks noChangeAspect="1"/>
          </p:cNvPicPr>
          <p:nvPr/>
        </p:nvPicPr>
        <p:blipFill>
          <a:blip r:embed="rId4"/>
          <a:stretch>
            <a:fillRect/>
          </a:stretch>
        </p:blipFill>
        <p:spPr>
          <a:xfrm>
            <a:off x="2500297" y="1101034"/>
            <a:ext cx="4049857" cy="39405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altLang="en-IN" sz="3600" b="1" dirty="0">
                <a:solidFill>
                  <a:schemeClr val="tx1"/>
                </a:solidFill>
                <a:latin typeface="Times New Roman" panose="02020603050405020304" pitchFamily="18" charset="0"/>
                <a:cs typeface="Times New Roman" panose="02020603050405020304" pitchFamily="18" charset="0"/>
              </a:rPr>
              <a:t>Class Diagram</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590" name="Slide Number Placeholder 5"/>
          <p:cNvSpPr>
            <a:spLocks noGrp="1"/>
          </p:cNvSpPr>
          <p:nvPr>
            <p:ph type="sldNum" sz="quarter" idx="12"/>
          </p:nvPr>
        </p:nvSpPr>
        <p:spPr/>
        <p:txBody>
          <a:bodyPr/>
          <a:lstStyle/>
          <a:p>
            <a:fld id="{0E14ABD8-B1EB-4C07-9937-C8C4E38BDF00}" type="slidenum">
              <a:rPr lang="en-US" altLang="en-US" smtClean="0"/>
              <a:t>9</a:t>
            </a:fld>
            <a:endParaRPr lang="en-US" altLang="en-US"/>
          </a:p>
        </p:txBody>
      </p:sp>
      <p:pic>
        <p:nvPicPr>
          <p:cNvPr id="2097152" name="object 5"/>
          <p:cNvPicPr>
            <a:picLocks/>
          </p:cNvPicPr>
          <p:nvPr/>
        </p:nvPicPr>
        <p:blipFill>
          <a:blip r:embed="rId2" cstate="print"/>
          <a:stretch>
            <a:fillRect/>
          </a:stretch>
        </p:blipFill>
        <p:spPr>
          <a:xfrm>
            <a:off x="38100" y="10033"/>
            <a:ext cx="1066799" cy="1022732"/>
          </a:xfrm>
          <a:prstGeom prst="rect">
            <a:avLst/>
          </a:prstGeom>
        </p:spPr>
      </p:pic>
      <p:pic>
        <p:nvPicPr>
          <p:cNvPr id="2097153" name="Picture 9"/>
          <p:cNvPicPr>
            <a:picLocks noChangeAspect="1"/>
          </p:cNvPicPr>
          <p:nvPr/>
        </p:nvPicPr>
        <p:blipFill>
          <a:blip r:embed="rId3"/>
          <a:stretch>
            <a:fillRect/>
          </a:stretch>
        </p:blipFill>
        <p:spPr>
          <a:xfrm>
            <a:off x="8018477" y="10033"/>
            <a:ext cx="1143000" cy="1057275"/>
          </a:xfrm>
          <a:prstGeom prst="rect">
            <a:avLst/>
          </a:prstGeom>
        </p:spPr>
      </p:pic>
      <p:pic>
        <p:nvPicPr>
          <p:cNvPr id="5" name="Picture 4">
            <a:extLst>
              <a:ext uri="{FF2B5EF4-FFF2-40B4-BE49-F238E27FC236}">
                <a16:creationId xmlns:a16="http://schemas.microsoft.com/office/drawing/2014/main" id="{D27DA059-7C0F-5DDA-E596-6AE323D9FB53}"/>
              </a:ext>
            </a:extLst>
          </p:cNvPr>
          <p:cNvPicPr>
            <a:picLocks noChangeAspect="1"/>
          </p:cNvPicPr>
          <p:nvPr/>
        </p:nvPicPr>
        <p:blipFill>
          <a:blip r:embed="rId4"/>
          <a:stretch>
            <a:fillRect/>
          </a:stretch>
        </p:blipFill>
        <p:spPr>
          <a:xfrm>
            <a:off x="2398294" y="1086892"/>
            <a:ext cx="4587441" cy="39546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6EB0B-EE37-8FCF-8C6B-1A1206C079ED}"/>
            </a:ext>
          </a:extLst>
        </p:cNvPr>
        <p:cNvGrpSpPr/>
        <p:nvPr/>
      </p:nvGrpSpPr>
      <p:grpSpPr>
        <a:xfrm>
          <a:off x="0" y="0"/>
          <a:ext cx="0" cy="0"/>
          <a:chOff x="0" y="0"/>
          <a:chExt cx="0" cy="0"/>
        </a:xfrm>
      </p:grpSpPr>
      <p:sp>
        <p:nvSpPr>
          <p:cNvPr id="1048656" name="Title 1">
            <a:extLst>
              <a:ext uri="{FF2B5EF4-FFF2-40B4-BE49-F238E27FC236}">
                <a16:creationId xmlns:a16="http://schemas.microsoft.com/office/drawing/2014/main" id="{6D1FCA4C-DBDE-95FE-7EE0-D17009B3FB1F}"/>
              </a:ext>
            </a:extLst>
          </p:cNvPr>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Package Diagram</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48657" name="Slide Number Placeholder 3">
            <a:extLst>
              <a:ext uri="{FF2B5EF4-FFF2-40B4-BE49-F238E27FC236}">
                <a16:creationId xmlns:a16="http://schemas.microsoft.com/office/drawing/2014/main" id="{84C46229-2671-5B9A-F5FC-7B117224C4A1}"/>
              </a:ext>
            </a:extLst>
          </p:cNvPr>
          <p:cNvSpPr>
            <a:spLocks noGrp="1"/>
          </p:cNvSpPr>
          <p:nvPr>
            <p:ph type="sldNum" sz="quarter" idx="12"/>
          </p:nvPr>
        </p:nvSpPr>
        <p:spPr/>
        <p:txBody>
          <a:bodyPr/>
          <a:lstStyle/>
          <a:p>
            <a:fld id="{0E14ABD8-B1EB-4C07-9937-C8C4E38BDF00}" type="slidenum">
              <a:rPr lang="en-US" altLang="en-US" smtClean="0"/>
              <a:t>10</a:t>
            </a:fld>
            <a:endParaRPr lang="en-US" altLang="en-US"/>
          </a:p>
        </p:txBody>
      </p:sp>
      <p:pic>
        <p:nvPicPr>
          <p:cNvPr id="3" name="Content Placeholder 2" descr="A diagram of a company&#10;&#10;AI-generated content may be incorrect.">
            <a:extLst>
              <a:ext uri="{FF2B5EF4-FFF2-40B4-BE49-F238E27FC236}">
                <a16:creationId xmlns:a16="http://schemas.microsoft.com/office/drawing/2014/main" id="{36986B63-02AE-5C23-8FC3-F09C843DEB5C}"/>
              </a:ext>
            </a:extLst>
          </p:cNvPr>
          <p:cNvPicPr>
            <a:picLocks noGrp="1" noChangeAspect="1"/>
          </p:cNvPicPr>
          <p:nvPr>
            <p:ph sz="quarter" idx="1"/>
          </p:nvPr>
        </p:nvPicPr>
        <p:blipFill>
          <a:blip r:embed="rId2"/>
          <a:stretch>
            <a:fillRect/>
          </a:stretch>
        </p:blipFill>
        <p:spPr>
          <a:xfrm>
            <a:off x="1656414" y="1067308"/>
            <a:ext cx="5673776" cy="3778536"/>
          </a:xfrm>
        </p:spPr>
      </p:pic>
      <p:pic>
        <p:nvPicPr>
          <p:cNvPr id="2097198" name="object 5">
            <a:extLst>
              <a:ext uri="{FF2B5EF4-FFF2-40B4-BE49-F238E27FC236}">
                <a16:creationId xmlns:a16="http://schemas.microsoft.com/office/drawing/2014/main" id="{0C2B226B-42C4-1958-B7D0-E36C3CECEE56}"/>
              </a:ext>
            </a:extLst>
          </p:cNvPr>
          <p:cNvPicPr>
            <a:picLocks/>
          </p:cNvPicPr>
          <p:nvPr/>
        </p:nvPicPr>
        <p:blipFill>
          <a:blip r:embed="rId3" cstate="print"/>
          <a:stretch>
            <a:fillRect/>
          </a:stretch>
        </p:blipFill>
        <p:spPr>
          <a:xfrm>
            <a:off x="38100" y="10033"/>
            <a:ext cx="1066799" cy="1022732"/>
          </a:xfrm>
          <a:prstGeom prst="rect">
            <a:avLst/>
          </a:prstGeom>
        </p:spPr>
      </p:pic>
      <p:pic>
        <p:nvPicPr>
          <p:cNvPr id="2097199" name="Picture 8">
            <a:extLst>
              <a:ext uri="{FF2B5EF4-FFF2-40B4-BE49-F238E27FC236}">
                <a16:creationId xmlns:a16="http://schemas.microsoft.com/office/drawing/2014/main" id="{FBD5C862-4420-263A-9BFC-F4F4A9D62CBE}"/>
              </a:ext>
            </a:extLst>
          </p:cNvPr>
          <p:cNvPicPr>
            <a:picLocks noChangeAspect="1"/>
          </p:cNvPicPr>
          <p:nvPr/>
        </p:nvPicPr>
        <p:blipFill>
          <a:blip r:embed="rId4"/>
          <a:stretch>
            <a:fillRect/>
          </a:stretch>
        </p:blipFill>
        <p:spPr>
          <a:xfrm>
            <a:off x="8018477" y="10033"/>
            <a:ext cx="1143000" cy="1057275"/>
          </a:xfrm>
          <a:prstGeom prst="rect">
            <a:avLst/>
          </a:prstGeom>
        </p:spPr>
      </p:pic>
    </p:spTree>
    <p:extLst>
      <p:ext uri="{BB962C8B-B14F-4D97-AF65-F5344CB8AC3E}">
        <p14:creationId xmlns:p14="http://schemas.microsoft.com/office/powerpoint/2010/main" val="2938025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IN" sz="2800" b="1" dirty="0">
                <a:solidFill>
                  <a:schemeClr val="tx1"/>
                </a:solidFill>
                <a:latin typeface="Times New Roman" panose="02020603050405020304" pitchFamily="18" charset="0"/>
                <a:cs typeface="Times New Roman" panose="02020603050405020304" pitchFamily="18" charset="0"/>
              </a:rPr>
              <a:t>PROPOSED ARCHITECTURE </a:t>
            </a:r>
            <a:br>
              <a:rPr lang="en-IN" sz="2800" b="1" dirty="0">
                <a:solidFill>
                  <a:schemeClr val="tx1"/>
                </a:solidFill>
                <a:latin typeface="Times New Roman" panose="02020603050405020304" pitchFamily="18" charset="0"/>
                <a:cs typeface="Times New Roman" panose="02020603050405020304" pitchFamily="18" charset="0"/>
              </a:rPr>
            </a:br>
            <a:r>
              <a:rPr lang="en-IN" sz="2800" b="1" dirty="0">
                <a:solidFill>
                  <a:schemeClr val="tx1"/>
                </a:solidFill>
                <a:latin typeface="Times New Roman" panose="02020603050405020304" pitchFamily="18" charset="0"/>
                <a:cs typeface="Times New Roman" panose="02020603050405020304" pitchFamily="18" charset="0"/>
              </a:rPr>
              <a:t>– DESCRIPTION</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048593" name="Slide Number Placeholder 5"/>
          <p:cNvSpPr>
            <a:spLocks noGrp="1"/>
          </p:cNvSpPr>
          <p:nvPr>
            <p:ph type="sldNum" sz="quarter" idx="12"/>
          </p:nvPr>
        </p:nvSpPr>
        <p:spPr/>
        <p:txBody>
          <a:bodyPr/>
          <a:lstStyle/>
          <a:p>
            <a:fld id="{0E14ABD8-B1EB-4C07-9937-C8C4E38BDF00}" type="slidenum">
              <a:rPr lang="en-US" altLang="en-US" smtClean="0"/>
              <a:t>11</a:t>
            </a:fld>
            <a:endParaRPr lang="en-US" altLang="en-US" dirty="0"/>
          </a:p>
        </p:txBody>
      </p:sp>
      <p:sp>
        <p:nvSpPr>
          <p:cNvPr id="1048594" name="Content Placeholder 2"/>
          <p:cNvSpPr>
            <a:spLocks noGrp="1"/>
          </p:cNvSpPr>
          <p:nvPr>
            <p:ph sz="quarter" idx="1"/>
          </p:nvPr>
        </p:nvSpPr>
        <p:spPr>
          <a:xfrm>
            <a:off x="457200" y="1279684"/>
            <a:ext cx="8229600" cy="3265170"/>
          </a:xfrm>
        </p:spPr>
        <p:txBody>
          <a:bodyPr>
            <a:normAutofit fontScale="95652"/>
          </a:bodyPr>
          <a:lstStyle/>
          <a:p>
            <a:r>
              <a:rPr lang="en-US" dirty="0">
                <a:latin typeface="Times New Roman" panose="02020603050405020304" pitchFamily="18" charset="0"/>
                <a:cs typeface="Times New Roman" panose="02020603050405020304" pitchFamily="18" charset="0"/>
              </a:rPr>
              <a:t>The diagram shows the Hostel Management System workflow, where Admin, Warden, and User log in through a common homepage and perform different actions based on their roles.</a:t>
            </a:r>
          </a:p>
          <a:p>
            <a:r>
              <a:rPr lang="en-US" dirty="0">
                <a:latin typeface="Times New Roman" panose="02020603050405020304" pitchFamily="18" charset="0"/>
                <a:cs typeface="Times New Roman" panose="02020603050405020304" pitchFamily="18" charset="0"/>
              </a:rPr>
              <a:t>Admin manages hostels, rooms, and users; Warden handles applications, room allotment, and payments; while Users (students) apply for rooms, view details, and check payment status before logging out.</a:t>
            </a:r>
          </a:p>
          <a:p>
            <a:pPr marL="0" indent="0">
              <a:buNone/>
            </a:pPr>
            <a:endParaRPr lang="en-US" altLang="en-US" dirty="0">
              <a:latin typeface="Times New Roman" panose="02020603050405020304" pitchFamily="18" charset="0"/>
              <a:cs typeface="Times New Roman" panose="02020603050405020304" pitchFamily="18" charset="0"/>
            </a:endParaRPr>
          </a:p>
        </p:txBody>
      </p:sp>
      <p:pic>
        <p:nvPicPr>
          <p:cNvPr id="2097154" name="object 5"/>
          <p:cNvPicPr>
            <a:picLocks/>
          </p:cNvPicPr>
          <p:nvPr/>
        </p:nvPicPr>
        <p:blipFill>
          <a:blip r:embed="rId2" cstate="print"/>
          <a:stretch>
            <a:fillRect/>
          </a:stretch>
        </p:blipFill>
        <p:spPr>
          <a:xfrm>
            <a:off x="38100" y="10033"/>
            <a:ext cx="1066799" cy="1022732"/>
          </a:xfrm>
          <a:prstGeom prst="rect">
            <a:avLst/>
          </a:prstGeom>
        </p:spPr>
      </p:pic>
      <p:pic>
        <p:nvPicPr>
          <p:cNvPr id="2097155" name="Picture 9"/>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L</a:t>
            </a:r>
            <a:r>
              <a:rPr lang="en-IN" sz="2800" b="1" dirty="0">
                <a:solidFill>
                  <a:schemeClr val="tx1"/>
                </a:solidFill>
                <a:latin typeface="Times New Roman" panose="02020603050405020304" pitchFamily="18" charset="0"/>
                <a:cs typeface="Times New Roman" panose="02020603050405020304" pitchFamily="18" charset="0"/>
              </a:rPr>
              <a:t>IST OF MODULES</a:t>
            </a:r>
          </a:p>
        </p:txBody>
      </p:sp>
      <p:sp>
        <p:nvSpPr>
          <p:cNvPr id="1048599" name="Slide Number Placeholder 5"/>
          <p:cNvSpPr>
            <a:spLocks noGrp="1"/>
          </p:cNvSpPr>
          <p:nvPr>
            <p:ph type="sldNum" sz="quarter" idx="12"/>
          </p:nvPr>
        </p:nvSpPr>
        <p:spPr/>
        <p:txBody>
          <a:bodyPr/>
          <a:lstStyle/>
          <a:p>
            <a:fld id="{0E14ABD8-B1EB-4C07-9937-C8C4E38BDF00}" type="slidenum">
              <a:rPr lang="en-US" altLang="en-US" smtClean="0"/>
              <a:t>12</a:t>
            </a:fld>
            <a:endParaRPr lang="en-US" altLang="en-US"/>
          </a:p>
        </p:txBody>
      </p:sp>
      <p:sp>
        <p:nvSpPr>
          <p:cNvPr id="1048600" name="Content Placeholder 2"/>
          <p:cNvSpPr>
            <a:spLocks noGrp="1"/>
          </p:cNvSpPr>
          <p:nvPr>
            <p:ph sz="quarter" idx="1"/>
          </p:nvPr>
        </p:nvSpPr>
        <p:spPr>
          <a:xfrm>
            <a:off x="381000" y="1352550"/>
            <a:ext cx="8305800" cy="3265170"/>
          </a:xfrm>
        </p:spPr>
        <p:txBody>
          <a:bodyPr/>
          <a:lstStyle/>
          <a:p>
            <a:r>
              <a:rPr lang="en-IN" sz="2000" dirty="0">
                <a:latin typeface="Times New Roman" panose="02020603050405020304" pitchFamily="18" charset="0"/>
                <a:cs typeface="Times New Roman" panose="02020603050405020304" pitchFamily="18" charset="0"/>
              </a:rPr>
              <a:t>Login and Authentication Module</a:t>
            </a:r>
          </a:p>
          <a:p>
            <a:r>
              <a:rPr lang="en-IN" sz="2000" dirty="0">
                <a:latin typeface="Times New Roman" panose="02020603050405020304" pitchFamily="18" charset="0"/>
                <a:cs typeface="Times New Roman" panose="02020603050405020304" pitchFamily="18" charset="0"/>
              </a:rPr>
              <a:t>Student Management Module</a:t>
            </a:r>
          </a:p>
          <a:p>
            <a:r>
              <a:rPr lang="en-IN" sz="2000" dirty="0">
                <a:latin typeface="Times New Roman" panose="02020603050405020304" pitchFamily="18" charset="0"/>
                <a:cs typeface="Times New Roman" panose="02020603050405020304" pitchFamily="18" charset="0"/>
              </a:rPr>
              <a:t>Room Allocation Module</a:t>
            </a:r>
          </a:p>
          <a:p>
            <a:r>
              <a:rPr lang="en-IN" sz="2000" dirty="0">
                <a:latin typeface="Times New Roman" panose="02020603050405020304" pitchFamily="18" charset="0"/>
                <a:cs typeface="Times New Roman" panose="02020603050405020304" pitchFamily="18" charset="0"/>
              </a:rPr>
              <a:t>Fee Management Module</a:t>
            </a:r>
          </a:p>
          <a:p>
            <a:r>
              <a:rPr lang="en-IN" sz="2000" dirty="0">
                <a:latin typeface="Times New Roman" panose="02020603050405020304" pitchFamily="18" charset="0"/>
                <a:cs typeface="Times New Roman" panose="02020603050405020304" pitchFamily="18" charset="0"/>
              </a:rPr>
              <a:t>Attendance Management Module</a:t>
            </a:r>
          </a:p>
          <a:p>
            <a:r>
              <a:rPr lang="en-IN" sz="2000" dirty="0">
                <a:latin typeface="Times New Roman" panose="02020603050405020304" pitchFamily="18" charset="0"/>
                <a:cs typeface="Times New Roman" panose="02020603050405020304" pitchFamily="18" charset="0"/>
              </a:rPr>
              <a:t>Admin Control Module</a:t>
            </a:r>
            <a:endParaRPr lang="en-US" altLang="en-US" sz="2000" dirty="0">
              <a:latin typeface="Times New Roman" panose="02020603050405020304" pitchFamily="18" charset="0"/>
              <a:cs typeface="Times New Roman" panose="02020603050405020304" pitchFamily="18" charset="0"/>
            </a:endParaRPr>
          </a:p>
        </p:txBody>
      </p:sp>
      <p:pic>
        <p:nvPicPr>
          <p:cNvPr id="2097158" name="object 5"/>
          <p:cNvPicPr>
            <a:picLocks/>
          </p:cNvPicPr>
          <p:nvPr/>
        </p:nvPicPr>
        <p:blipFill>
          <a:blip r:embed="rId2" cstate="print"/>
          <a:stretch>
            <a:fillRect/>
          </a:stretch>
        </p:blipFill>
        <p:spPr>
          <a:xfrm>
            <a:off x="38100" y="10033"/>
            <a:ext cx="1066799" cy="1022732"/>
          </a:xfrm>
          <a:prstGeom prst="rect">
            <a:avLst/>
          </a:prstGeom>
        </p:spPr>
      </p:pic>
      <p:pic>
        <p:nvPicPr>
          <p:cNvPr id="2097159"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0" y="-1"/>
            <a:ext cx="9144000" cy="1067309"/>
          </a:xfrm>
          <a:solidFill>
            <a:schemeClr val="bg2">
              <a:lumMod val="75000"/>
            </a:schemeClr>
          </a:solidFill>
        </p:spPr>
        <p:txBody>
          <a:bodyPr anchor="ctr">
            <a:normAutofit/>
          </a:bodyPr>
          <a:lstStyle/>
          <a:p>
            <a:pPr algn="ctr">
              <a:buSzPts val="2400"/>
            </a:pPr>
            <a:r>
              <a:rPr lang="en-GB" sz="2800" b="1" dirty="0">
                <a:solidFill>
                  <a:schemeClr val="tx1"/>
                </a:solidFill>
                <a:latin typeface="Times New Roman" panose="02020603050405020304" pitchFamily="18" charset="0"/>
                <a:cs typeface="Times New Roman" panose="02020603050405020304" pitchFamily="18" charset="0"/>
              </a:rPr>
              <a:t>MODULE DESCRIPTION</a:t>
            </a:r>
          </a:p>
        </p:txBody>
      </p:sp>
      <p:sp>
        <p:nvSpPr>
          <p:cNvPr id="1048605" name="Slide Number Placeholder 3"/>
          <p:cNvSpPr>
            <a:spLocks noGrp="1"/>
          </p:cNvSpPr>
          <p:nvPr>
            <p:ph type="sldNum" sz="quarter" idx="12"/>
          </p:nvPr>
        </p:nvSpPr>
        <p:spPr/>
        <p:txBody>
          <a:bodyPr/>
          <a:lstStyle/>
          <a:p>
            <a:fld id="{0E14ABD8-B1EB-4C07-9937-C8C4E38BDF00}" type="slidenum">
              <a:rPr lang="en-US" altLang="en-US" smtClean="0"/>
              <a:t>13</a:t>
            </a:fld>
            <a:endParaRPr lang="en-US" altLang="en-US"/>
          </a:p>
        </p:txBody>
      </p:sp>
      <p:sp>
        <p:nvSpPr>
          <p:cNvPr id="1048606" name="Content Placeholder 4"/>
          <p:cNvSpPr>
            <a:spLocks noGrp="1"/>
          </p:cNvSpPr>
          <p:nvPr>
            <p:ph sz="quarter" idx="1"/>
          </p:nvPr>
        </p:nvSpPr>
        <p:spPr>
          <a:xfrm>
            <a:off x="533400" y="1200150"/>
            <a:ext cx="8153400" cy="3417570"/>
          </a:xfrm>
        </p:spPr>
        <p:txBody>
          <a:bodyPr>
            <a:normAutofit/>
          </a:bodyPr>
          <a:lstStyle/>
          <a:p>
            <a:pPr marL="0" indent="0">
              <a:buNone/>
            </a:pPr>
            <a:r>
              <a:rPr lang="en-US" altLang="en-IN" sz="2000" b="1" dirty="0">
                <a:latin typeface="Times New Roman" panose="02020603050405020304" pitchFamily="18" charset="0"/>
                <a:cs typeface="Times New Roman" panose="02020603050405020304" pitchFamily="18" charset="0"/>
              </a:rPr>
              <a:t>1. </a:t>
            </a:r>
            <a:r>
              <a:rPr lang="en-IN" sz="2000" b="1" dirty="0">
                <a:latin typeface="Times New Roman" panose="02020603050405020304" pitchFamily="18" charset="0"/>
                <a:cs typeface="Times New Roman" panose="02020603050405020304" pitchFamily="18" charset="0"/>
              </a:rPr>
              <a:t>Login and Authentication Module</a:t>
            </a:r>
          </a:p>
          <a:p>
            <a:r>
              <a:rPr lang="en-US" sz="2000" dirty="0">
                <a:latin typeface="Times New Roman" panose="02020603050405020304" pitchFamily="18" charset="0"/>
                <a:cs typeface="Times New Roman" panose="02020603050405020304" pitchFamily="18" charset="0"/>
              </a:rPr>
              <a:t>Provides secure login for Admin, Warden, and Students using unique credentials.</a:t>
            </a:r>
          </a:p>
          <a:p>
            <a:r>
              <a:rPr lang="en-US" sz="2000" dirty="0">
                <a:latin typeface="Times New Roman" panose="02020603050405020304" pitchFamily="18" charset="0"/>
                <a:cs typeface="Times New Roman" panose="02020603050405020304" pitchFamily="18" charset="0"/>
              </a:rPr>
              <a:t>Ensures role-based access and prevents unauthorized system entry.</a:t>
            </a:r>
          </a:p>
          <a:p>
            <a:pPr algn="just"/>
            <a:endParaRPr lang="en-US" altLang="en-US" sz="2000" dirty="0">
              <a:latin typeface="Times New Roman" panose="02020603050405020304" pitchFamily="18" charset="0"/>
              <a:cs typeface="Times New Roman" panose="02020603050405020304" pitchFamily="18" charset="0"/>
              <a:sym typeface="+mn-ea"/>
            </a:endParaRPr>
          </a:p>
          <a:p>
            <a:pPr marL="0" indent="0">
              <a:buNone/>
            </a:pPr>
            <a:r>
              <a:rPr lang="en-US" sz="2000" b="1" dirty="0">
                <a:latin typeface="Times New Roman" panose="02020603050405020304" pitchFamily="18" charset="0"/>
                <a:cs typeface="Times New Roman" panose="02020603050405020304" pitchFamily="18" charset="0"/>
                <a:sym typeface="+mn-ea"/>
              </a:rPr>
              <a:t>2. </a:t>
            </a:r>
            <a:r>
              <a:rPr lang="en-US" sz="2000" b="1" dirty="0">
                <a:latin typeface="Times New Roman" panose="02020603050405020304" pitchFamily="18" charset="0"/>
                <a:cs typeface="Times New Roman" panose="02020603050405020304" pitchFamily="18" charset="0"/>
              </a:rPr>
              <a:t>Student Management Module</a:t>
            </a:r>
          </a:p>
          <a:p>
            <a:r>
              <a:rPr lang="en-US" sz="2000" dirty="0">
                <a:latin typeface="Times New Roman" panose="02020603050405020304" pitchFamily="18" charset="0"/>
                <a:cs typeface="Times New Roman" panose="02020603050405020304" pitchFamily="18" charset="0"/>
              </a:rPr>
              <a:t>Maintains complete student records including personal and academic details.</a:t>
            </a:r>
          </a:p>
          <a:p>
            <a:r>
              <a:rPr lang="en-US" sz="2000" dirty="0">
                <a:latin typeface="Times New Roman" panose="02020603050405020304" pitchFamily="18" charset="0"/>
                <a:cs typeface="Times New Roman" panose="02020603050405020304" pitchFamily="18" charset="0"/>
              </a:rPr>
              <a:t>Allows adding, updating, viewing, and deleting student information easily.</a:t>
            </a:r>
          </a:p>
          <a:p>
            <a:pPr algn="just"/>
            <a:endParaRPr lang="en-US" altLang="en-US" sz="2000" dirty="0">
              <a:latin typeface="Times New Roman" panose="02020603050405020304" pitchFamily="18" charset="0"/>
              <a:cs typeface="Times New Roman" panose="02020603050405020304" pitchFamily="18" charset="0"/>
              <a:sym typeface="+mn-ea"/>
            </a:endParaRPr>
          </a:p>
          <a:p>
            <a:pPr marL="0" indent="0" algn="just">
              <a:buNone/>
            </a:pPr>
            <a:endParaRPr lang="en-US" altLang="en-US" sz="2000" dirty="0">
              <a:latin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cs typeface="Times New Roman" panose="02020603050405020304" pitchFamily="18" charset="0"/>
            </a:endParaRPr>
          </a:p>
          <a:p>
            <a:pPr marL="0" indent="0" algn="just">
              <a:buNone/>
            </a:pPr>
            <a:endParaRPr lang="en-US" altLang="en-US" sz="2000" dirty="0">
              <a:latin typeface="Times New Roman" panose="02020603050405020304" pitchFamily="18" charset="0"/>
              <a:cs typeface="Times New Roman" panose="02020603050405020304" pitchFamily="18" charset="0"/>
            </a:endParaRPr>
          </a:p>
          <a:p>
            <a:pPr algn="just"/>
            <a:endParaRPr lang="en-US" sz="6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2097163" name="object 5"/>
          <p:cNvPicPr>
            <a:picLocks/>
          </p:cNvPicPr>
          <p:nvPr/>
        </p:nvPicPr>
        <p:blipFill>
          <a:blip r:embed="rId2" cstate="print"/>
          <a:stretch>
            <a:fillRect/>
          </a:stretch>
        </p:blipFill>
        <p:spPr>
          <a:xfrm>
            <a:off x="38100" y="10033"/>
            <a:ext cx="1066799" cy="1022732"/>
          </a:xfrm>
          <a:prstGeom prst="rect">
            <a:avLst/>
          </a:prstGeom>
        </p:spPr>
      </p:pic>
      <p:pic>
        <p:nvPicPr>
          <p:cNvPr id="2097164"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a:xfrm>
            <a:off x="0" y="-1"/>
            <a:ext cx="9144000" cy="1067309"/>
          </a:xfrm>
          <a:solidFill>
            <a:schemeClr val="bg2">
              <a:lumMod val="75000"/>
            </a:schemeClr>
          </a:solidFill>
        </p:spPr>
        <p:txBody>
          <a:bodyPr anchor="ctr">
            <a:normAutofit/>
          </a:bodyPr>
          <a:lstStyle/>
          <a:p>
            <a:pPr algn="ctr">
              <a:buSzPts val="2400"/>
            </a:pPr>
            <a:r>
              <a:rPr lang="en-GB" sz="2800" b="1" dirty="0">
                <a:solidFill>
                  <a:schemeClr val="tx1"/>
                </a:solidFill>
                <a:latin typeface="Times New Roman" panose="02020603050405020304" pitchFamily="18" charset="0"/>
                <a:cs typeface="Times New Roman" panose="02020603050405020304" pitchFamily="18" charset="0"/>
              </a:rPr>
              <a:t>MODULE DESCRIPTION</a:t>
            </a:r>
          </a:p>
        </p:txBody>
      </p:sp>
      <p:sp>
        <p:nvSpPr>
          <p:cNvPr id="1048633" name="Slide Number Placeholder 3"/>
          <p:cNvSpPr>
            <a:spLocks noGrp="1"/>
          </p:cNvSpPr>
          <p:nvPr>
            <p:ph type="sldNum" sz="quarter" idx="12"/>
          </p:nvPr>
        </p:nvSpPr>
        <p:spPr/>
        <p:txBody>
          <a:bodyPr/>
          <a:lstStyle/>
          <a:p>
            <a:fld id="{0E14ABD8-B1EB-4C07-9937-C8C4E38BDF00}" type="slidenum">
              <a:rPr lang="en-US" altLang="en-US" smtClean="0"/>
              <a:t>14</a:t>
            </a:fld>
            <a:endParaRPr lang="en-US" altLang="en-US"/>
          </a:p>
        </p:txBody>
      </p:sp>
      <p:sp>
        <p:nvSpPr>
          <p:cNvPr id="1048634" name="Content Placeholder 4"/>
          <p:cNvSpPr>
            <a:spLocks noGrp="1"/>
          </p:cNvSpPr>
          <p:nvPr>
            <p:ph sz="quarter" idx="1"/>
          </p:nvPr>
        </p:nvSpPr>
        <p:spPr>
          <a:xfrm>
            <a:off x="533400" y="1200150"/>
            <a:ext cx="8153400" cy="3417570"/>
          </a:xfrm>
        </p:spPr>
        <p:txBody>
          <a:bodyPr>
            <a:normAutofit fontScale="28750" lnSpcReduction="20000"/>
          </a:bodyPr>
          <a:lstStyle/>
          <a:p>
            <a:r>
              <a:rPr lang="en-US" sz="8000" b="1" dirty="0">
                <a:latin typeface="Times New Roman" panose="02020603050405020304" pitchFamily="18" charset="0"/>
                <a:cs typeface="Times New Roman" panose="02020603050405020304" pitchFamily="18" charset="0"/>
              </a:rPr>
              <a:t>3.Room Allocation Module</a:t>
            </a:r>
          </a:p>
          <a:p>
            <a:r>
              <a:rPr lang="en-US" sz="8000" dirty="0">
                <a:latin typeface="Times New Roman" panose="02020603050405020304" pitchFamily="18" charset="0"/>
                <a:cs typeface="Times New Roman" panose="02020603050405020304" pitchFamily="18" charset="0"/>
              </a:rPr>
              <a:t>Manages room availability, allocation, and occupancy status.</a:t>
            </a:r>
          </a:p>
          <a:p>
            <a:r>
              <a:rPr lang="en-US" sz="8000" dirty="0">
                <a:latin typeface="Times New Roman" panose="02020603050405020304" pitchFamily="18" charset="0"/>
                <a:cs typeface="Times New Roman" panose="02020603050405020304" pitchFamily="18" charset="0"/>
              </a:rPr>
              <a:t>Updates room details automatically when students check in or vacate.</a:t>
            </a:r>
          </a:p>
          <a:p>
            <a:pPr marL="0" indent="0">
              <a:buNone/>
            </a:pPr>
            <a:br>
              <a:rPr lang="en-US" sz="8000" dirty="0">
                <a:latin typeface="Times New Roman" panose="02020603050405020304" pitchFamily="18" charset="0"/>
                <a:cs typeface="Times New Roman" panose="02020603050405020304" pitchFamily="18" charset="0"/>
              </a:rPr>
            </a:br>
            <a:endParaRPr lang="en-US" sz="8000" dirty="0">
              <a:latin typeface="Times New Roman" panose="02020603050405020304" pitchFamily="18" charset="0"/>
              <a:cs typeface="Times New Roman" panose="02020603050405020304" pitchFamily="18" charset="0"/>
            </a:endParaRPr>
          </a:p>
          <a:p>
            <a:r>
              <a:rPr lang="en-US" sz="8000" b="1" dirty="0">
                <a:latin typeface="Times New Roman" panose="02020603050405020304" pitchFamily="18" charset="0"/>
                <a:cs typeface="Times New Roman" panose="02020603050405020304" pitchFamily="18" charset="0"/>
              </a:rPr>
              <a:t>4. Fee Management Module</a:t>
            </a:r>
          </a:p>
          <a:p>
            <a:r>
              <a:rPr lang="en-US" sz="8000" dirty="0">
                <a:latin typeface="Times New Roman" panose="02020603050405020304" pitchFamily="18" charset="0"/>
                <a:cs typeface="Times New Roman" panose="02020603050405020304" pitchFamily="18" charset="0"/>
              </a:rPr>
              <a:t>Handles fee payment records, pending dues, and receipt generation.</a:t>
            </a:r>
          </a:p>
          <a:p>
            <a:r>
              <a:rPr lang="en-US" sz="8000" dirty="0">
                <a:latin typeface="Times New Roman" panose="02020603050405020304" pitchFamily="18" charset="0"/>
                <a:cs typeface="Times New Roman" panose="02020603050405020304" pitchFamily="18" charset="0"/>
              </a:rPr>
              <a:t>Generates financial summaries and reports for easy monitoring.</a:t>
            </a:r>
          </a:p>
        </p:txBody>
      </p:sp>
      <p:pic>
        <p:nvPicPr>
          <p:cNvPr id="2097177" name="object 5"/>
          <p:cNvPicPr>
            <a:picLocks/>
          </p:cNvPicPr>
          <p:nvPr/>
        </p:nvPicPr>
        <p:blipFill>
          <a:blip r:embed="rId2" cstate="print"/>
          <a:stretch>
            <a:fillRect/>
          </a:stretch>
        </p:blipFill>
        <p:spPr>
          <a:xfrm>
            <a:off x="38100" y="10033"/>
            <a:ext cx="1066799" cy="1022732"/>
          </a:xfrm>
          <a:prstGeom prst="rect">
            <a:avLst/>
          </a:prstGeom>
        </p:spPr>
      </p:pic>
      <p:pic>
        <p:nvPicPr>
          <p:cNvPr id="2097178"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a:xfrm>
            <a:off x="0" y="-1"/>
            <a:ext cx="9144000" cy="1067309"/>
          </a:xfrm>
          <a:solidFill>
            <a:schemeClr val="bg2">
              <a:lumMod val="75000"/>
            </a:schemeClr>
          </a:solidFill>
        </p:spPr>
        <p:txBody>
          <a:bodyPr anchor="ctr">
            <a:normAutofit/>
          </a:bodyPr>
          <a:lstStyle/>
          <a:p>
            <a:pPr algn="ctr">
              <a:buSzPts val="2400"/>
            </a:pPr>
            <a:r>
              <a:rPr lang="en-GB" sz="2800" b="1" dirty="0">
                <a:solidFill>
                  <a:schemeClr val="tx1"/>
                </a:solidFill>
                <a:latin typeface="Times New Roman" panose="02020603050405020304" pitchFamily="18" charset="0"/>
                <a:cs typeface="Times New Roman" panose="02020603050405020304" pitchFamily="18" charset="0"/>
              </a:rPr>
              <a:t>MODULE DESCRIPTION</a:t>
            </a:r>
          </a:p>
        </p:txBody>
      </p:sp>
      <p:sp>
        <p:nvSpPr>
          <p:cNvPr id="1048636" name="Slide Number Placeholder 3"/>
          <p:cNvSpPr>
            <a:spLocks noGrp="1"/>
          </p:cNvSpPr>
          <p:nvPr>
            <p:ph type="sldNum" sz="quarter" idx="12"/>
          </p:nvPr>
        </p:nvSpPr>
        <p:spPr/>
        <p:txBody>
          <a:bodyPr/>
          <a:lstStyle/>
          <a:p>
            <a:fld id="{0E14ABD8-B1EB-4C07-9937-C8C4E38BDF00}" type="slidenum">
              <a:rPr lang="en-US" altLang="en-US" smtClean="0"/>
              <a:t>15</a:t>
            </a:fld>
            <a:endParaRPr lang="en-US" altLang="en-US"/>
          </a:p>
        </p:txBody>
      </p:sp>
      <p:sp>
        <p:nvSpPr>
          <p:cNvPr id="1048637" name="Content Placeholder 4"/>
          <p:cNvSpPr>
            <a:spLocks noGrp="1"/>
          </p:cNvSpPr>
          <p:nvPr>
            <p:ph sz="quarter" idx="1"/>
          </p:nvPr>
        </p:nvSpPr>
        <p:spPr>
          <a:xfrm>
            <a:off x="533400" y="1200150"/>
            <a:ext cx="8153400" cy="3417570"/>
          </a:xfrm>
        </p:spPr>
        <p:txBody>
          <a:bodyPr>
            <a:normAutofit fontScale="92500" lnSpcReduction="10000"/>
          </a:bodyPr>
          <a:lstStyle/>
          <a:p>
            <a:r>
              <a:rPr lang="en-US" sz="2400" b="1" dirty="0">
                <a:latin typeface="Times New Roman" panose="02020603050405020304" pitchFamily="18" charset="0"/>
                <a:cs typeface="Times New Roman" panose="02020603050405020304" pitchFamily="18" charset="0"/>
              </a:rPr>
              <a:t>5. Attendance Management Module</a:t>
            </a:r>
          </a:p>
          <a:p>
            <a:r>
              <a:rPr lang="en-US" sz="2400" dirty="0">
                <a:latin typeface="Times New Roman" panose="02020603050405020304" pitchFamily="18" charset="0"/>
                <a:cs typeface="Times New Roman" panose="02020603050405020304" pitchFamily="18" charset="0"/>
              </a:rPr>
              <a:t>Tracks student attendance and maintains daily or monthly reports.</a:t>
            </a:r>
          </a:p>
          <a:p>
            <a:r>
              <a:rPr lang="en-US" sz="2400" dirty="0">
                <a:latin typeface="Times New Roman" panose="02020603050405020304" pitchFamily="18" charset="0"/>
                <a:cs typeface="Times New Roman" panose="02020603050405020304" pitchFamily="18" charset="0"/>
              </a:rPr>
              <a:t>Helps wardens monitor student presence and detect irregularities.</a:t>
            </a:r>
          </a:p>
          <a:p>
            <a:pPr marL="0" indent="0">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6. Admin Control Module</a:t>
            </a:r>
          </a:p>
          <a:p>
            <a:r>
              <a:rPr lang="en-US" sz="2400" dirty="0">
                <a:latin typeface="Times New Roman" panose="02020603050405020304" pitchFamily="18" charset="0"/>
                <a:cs typeface="Times New Roman" panose="02020603050405020304" pitchFamily="18" charset="0"/>
              </a:rPr>
              <a:t>Provides full control to the admin for managing users, rooms, and data.</a:t>
            </a:r>
          </a:p>
          <a:p>
            <a:r>
              <a:rPr lang="en-US" sz="2400" dirty="0">
                <a:latin typeface="Times New Roman" panose="02020603050405020304" pitchFamily="18" charset="0"/>
                <a:cs typeface="Times New Roman" panose="02020603050405020304" pitchFamily="18" charset="0"/>
              </a:rPr>
              <a:t>Allows report generation, system configuration, and data backup.</a:t>
            </a:r>
          </a:p>
        </p:txBody>
      </p:sp>
      <p:pic>
        <p:nvPicPr>
          <p:cNvPr id="2097179" name="object 5"/>
          <p:cNvPicPr>
            <a:picLocks/>
          </p:cNvPicPr>
          <p:nvPr/>
        </p:nvPicPr>
        <p:blipFill>
          <a:blip r:embed="rId2" cstate="print"/>
          <a:stretch>
            <a:fillRect/>
          </a:stretch>
        </p:blipFill>
        <p:spPr>
          <a:xfrm>
            <a:off x="38100" y="10033"/>
            <a:ext cx="1066799" cy="1022732"/>
          </a:xfrm>
          <a:prstGeom prst="rect">
            <a:avLst/>
          </a:prstGeom>
        </p:spPr>
      </p:pic>
      <p:pic>
        <p:nvPicPr>
          <p:cNvPr id="2097180"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RESULTS AND DISCUSSION</a:t>
            </a:r>
          </a:p>
        </p:txBody>
      </p:sp>
      <p:sp>
        <p:nvSpPr>
          <p:cNvPr id="1048639" name="Slide Number Placeholder 3"/>
          <p:cNvSpPr>
            <a:spLocks noGrp="1"/>
          </p:cNvSpPr>
          <p:nvPr>
            <p:ph type="sldNum" sz="quarter" idx="12"/>
          </p:nvPr>
        </p:nvSpPr>
        <p:spPr/>
        <p:txBody>
          <a:bodyPr/>
          <a:lstStyle/>
          <a:p>
            <a:fld id="{0E14ABD8-B1EB-4C07-9937-C8C4E38BDF00}" type="slidenum">
              <a:rPr lang="en-US" altLang="en-US" smtClean="0"/>
              <a:t>16</a:t>
            </a:fld>
            <a:endParaRPr lang="en-US" altLang="en-US"/>
          </a:p>
        </p:txBody>
      </p:sp>
      <p:pic>
        <p:nvPicPr>
          <p:cNvPr id="2097181" name="object 5"/>
          <p:cNvPicPr>
            <a:picLocks/>
          </p:cNvPicPr>
          <p:nvPr/>
        </p:nvPicPr>
        <p:blipFill>
          <a:blip r:embed="rId2" cstate="print"/>
          <a:stretch>
            <a:fillRect/>
          </a:stretch>
        </p:blipFill>
        <p:spPr>
          <a:xfrm>
            <a:off x="38100" y="10033"/>
            <a:ext cx="1066799" cy="1022732"/>
          </a:xfrm>
          <a:prstGeom prst="rect">
            <a:avLst/>
          </a:prstGeom>
        </p:spPr>
      </p:pic>
      <p:pic>
        <p:nvPicPr>
          <p:cNvPr id="2097182" name="Picture 8"/>
          <p:cNvPicPr>
            <a:picLocks noChangeAspect="1"/>
          </p:cNvPicPr>
          <p:nvPr/>
        </p:nvPicPr>
        <p:blipFill>
          <a:blip r:embed="rId3"/>
          <a:stretch>
            <a:fillRect/>
          </a:stretch>
        </p:blipFill>
        <p:spPr>
          <a:xfrm>
            <a:off x="8018477" y="10033"/>
            <a:ext cx="1143000" cy="1057275"/>
          </a:xfrm>
          <a:prstGeom prst="rect">
            <a:avLst/>
          </a:prstGeom>
        </p:spPr>
      </p:pic>
      <p:sp>
        <p:nvSpPr>
          <p:cNvPr id="1048640" name="TextBox 5"/>
          <p:cNvSpPr txBox="1"/>
          <p:nvPr/>
        </p:nvSpPr>
        <p:spPr>
          <a:xfrm>
            <a:off x="304131" y="1067308"/>
            <a:ext cx="4579434" cy="36830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LOGIN </a:t>
            </a:r>
          </a:p>
        </p:txBody>
      </p:sp>
      <p:pic>
        <p:nvPicPr>
          <p:cNvPr id="5" name="Picture 4">
            <a:extLst>
              <a:ext uri="{FF2B5EF4-FFF2-40B4-BE49-F238E27FC236}">
                <a16:creationId xmlns:a16="http://schemas.microsoft.com/office/drawing/2014/main" id="{33553459-D74C-2228-FF6D-EE0E2A22E3F6}"/>
              </a:ext>
            </a:extLst>
          </p:cNvPr>
          <p:cNvPicPr>
            <a:picLocks noChangeAspect="1"/>
          </p:cNvPicPr>
          <p:nvPr/>
        </p:nvPicPr>
        <p:blipFill>
          <a:blip r:embed="rId4"/>
          <a:stretch>
            <a:fillRect/>
          </a:stretch>
        </p:blipFill>
        <p:spPr>
          <a:xfrm>
            <a:off x="1836615" y="1331505"/>
            <a:ext cx="6382964" cy="36802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RESULTS AND DISCUSSION</a:t>
            </a:r>
          </a:p>
        </p:txBody>
      </p:sp>
      <p:sp>
        <p:nvSpPr>
          <p:cNvPr id="1048642" name="Slide Number Placeholder 3"/>
          <p:cNvSpPr>
            <a:spLocks noGrp="1"/>
          </p:cNvSpPr>
          <p:nvPr>
            <p:ph type="sldNum" sz="quarter" idx="12"/>
          </p:nvPr>
        </p:nvSpPr>
        <p:spPr/>
        <p:txBody>
          <a:bodyPr/>
          <a:lstStyle/>
          <a:p>
            <a:fld id="{0E14ABD8-B1EB-4C07-9937-C8C4E38BDF00}" type="slidenum">
              <a:rPr lang="en-US" altLang="en-US" smtClean="0"/>
              <a:t>17</a:t>
            </a:fld>
            <a:endParaRPr lang="en-US" altLang="en-US"/>
          </a:p>
        </p:txBody>
      </p:sp>
      <p:pic>
        <p:nvPicPr>
          <p:cNvPr id="2097184" name="object 5"/>
          <p:cNvPicPr>
            <a:picLocks/>
          </p:cNvPicPr>
          <p:nvPr/>
        </p:nvPicPr>
        <p:blipFill>
          <a:blip r:embed="rId2" cstate="print"/>
          <a:stretch>
            <a:fillRect/>
          </a:stretch>
        </p:blipFill>
        <p:spPr>
          <a:xfrm>
            <a:off x="38100" y="10033"/>
            <a:ext cx="1066799" cy="1022732"/>
          </a:xfrm>
          <a:prstGeom prst="rect">
            <a:avLst/>
          </a:prstGeom>
        </p:spPr>
      </p:pic>
      <p:pic>
        <p:nvPicPr>
          <p:cNvPr id="2097185" name="Picture 8"/>
          <p:cNvPicPr>
            <a:picLocks noChangeAspect="1"/>
          </p:cNvPicPr>
          <p:nvPr/>
        </p:nvPicPr>
        <p:blipFill>
          <a:blip r:embed="rId3"/>
          <a:stretch>
            <a:fillRect/>
          </a:stretch>
        </p:blipFill>
        <p:spPr>
          <a:xfrm>
            <a:off x="8018477" y="10033"/>
            <a:ext cx="1143000" cy="1057275"/>
          </a:xfrm>
          <a:prstGeom prst="rect">
            <a:avLst/>
          </a:prstGeom>
        </p:spPr>
      </p:pic>
      <p:sp>
        <p:nvSpPr>
          <p:cNvPr id="1048643" name="TextBox 5"/>
          <p:cNvSpPr txBox="1"/>
          <p:nvPr/>
        </p:nvSpPr>
        <p:spPr>
          <a:xfrm>
            <a:off x="214921" y="1010986"/>
            <a:ext cx="4476025" cy="368300"/>
          </a:xfrm>
          <a:prstGeom prst="rect">
            <a:avLst/>
          </a:prstGeom>
          <a:noFill/>
        </p:spPr>
        <p:txBody>
          <a:bodyPr wrap="square">
            <a:spAutoFit/>
          </a:bodyPr>
          <a:lstStyle/>
          <a:p>
            <a:r>
              <a:rPr lang="en-US" altLang="en-IN" b="1" dirty="0">
                <a:latin typeface="Times New Roman" panose="02020603050405020304" pitchFamily="18" charset="0"/>
                <a:cs typeface="Times New Roman" panose="02020603050405020304" pitchFamily="18" charset="0"/>
              </a:rPr>
              <a:t>DASHBOARD</a:t>
            </a:r>
          </a:p>
        </p:txBody>
      </p:sp>
      <p:pic>
        <p:nvPicPr>
          <p:cNvPr id="3" name="Picture 2">
            <a:extLst>
              <a:ext uri="{FF2B5EF4-FFF2-40B4-BE49-F238E27FC236}">
                <a16:creationId xmlns:a16="http://schemas.microsoft.com/office/drawing/2014/main" id="{3E63F684-BEA3-C63D-595B-17416833417E}"/>
              </a:ext>
            </a:extLst>
          </p:cNvPr>
          <p:cNvPicPr>
            <a:picLocks noChangeAspect="1"/>
          </p:cNvPicPr>
          <p:nvPr/>
        </p:nvPicPr>
        <p:blipFill>
          <a:blip r:embed="rId4"/>
          <a:stretch>
            <a:fillRect/>
          </a:stretch>
        </p:blipFill>
        <p:spPr>
          <a:xfrm>
            <a:off x="1372846" y="1379286"/>
            <a:ext cx="7066041" cy="33784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RESULTS AND DISCUSSION</a:t>
            </a:r>
          </a:p>
        </p:txBody>
      </p:sp>
      <p:sp>
        <p:nvSpPr>
          <p:cNvPr id="1048645" name="Slide Number Placeholder 3"/>
          <p:cNvSpPr>
            <a:spLocks noGrp="1"/>
          </p:cNvSpPr>
          <p:nvPr>
            <p:ph type="sldNum" sz="quarter" idx="12"/>
          </p:nvPr>
        </p:nvSpPr>
        <p:spPr/>
        <p:txBody>
          <a:bodyPr/>
          <a:lstStyle/>
          <a:p>
            <a:fld id="{0E14ABD8-B1EB-4C07-9937-C8C4E38BDF00}" type="slidenum">
              <a:rPr lang="en-US" altLang="en-US" smtClean="0"/>
              <a:t>18</a:t>
            </a:fld>
            <a:endParaRPr lang="en-US" altLang="en-US"/>
          </a:p>
        </p:txBody>
      </p:sp>
      <p:pic>
        <p:nvPicPr>
          <p:cNvPr id="2097187" name="object 5"/>
          <p:cNvPicPr>
            <a:picLocks/>
          </p:cNvPicPr>
          <p:nvPr/>
        </p:nvPicPr>
        <p:blipFill>
          <a:blip r:embed="rId2" cstate="print"/>
          <a:stretch>
            <a:fillRect/>
          </a:stretch>
        </p:blipFill>
        <p:spPr>
          <a:xfrm>
            <a:off x="38100" y="10033"/>
            <a:ext cx="1066799" cy="1022732"/>
          </a:xfrm>
          <a:prstGeom prst="rect">
            <a:avLst/>
          </a:prstGeom>
        </p:spPr>
      </p:pic>
      <p:pic>
        <p:nvPicPr>
          <p:cNvPr id="2097188" name="Picture 8"/>
          <p:cNvPicPr>
            <a:picLocks noChangeAspect="1"/>
          </p:cNvPicPr>
          <p:nvPr/>
        </p:nvPicPr>
        <p:blipFill>
          <a:blip r:embed="rId3"/>
          <a:stretch>
            <a:fillRect/>
          </a:stretch>
        </p:blipFill>
        <p:spPr>
          <a:xfrm>
            <a:off x="8018477" y="10033"/>
            <a:ext cx="1143000" cy="105727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AAD7A4D-15EB-DEAE-C6B5-405F1C9BF65D}"/>
              </a:ext>
            </a:extLst>
          </p:cNvPr>
          <p:cNvPicPr>
            <a:picLocks noChangeAspect="1"/>
          </p:cNvPicPr>
          <p:nvPr/>
        </p:nvPicPr>
        <p:blipFill>
          <a:blip r:embed="rId4"/>
          <a:stretch>
            <a:fillRect/>
          </a:stretch>
        </p:blipFill>
        <p:spPr>
          <a:xfrm>
            <a:off x="1603248" y="1507478"/>
            <a:ext cx="6885354" cy="32597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
          <p:cNvSpPr>
            <a:spLocks noGrp="1"/>
          </p:cNvSpPr>
          <p:nvPr>
            <p:ph type="title"/>
          </p:nvPr>
        </p:nvSpPr>
        <p:spPr>
          <a:xfrm>
            <a:off x="0" y="0"/>
            <a:ext cx="9144000" cy="1057275"/>
          </a:xfrm>
          <a:solidFill>
            <a:schemeClr val="bg2">
              <a:lumMod val="75000"/>
            </a:schemeClr>
          </a:solidFill>
        </p:spPr>
        <p:txBody>
          <a:bodyPr anchor="ctr">
            <a:normAutofit/>
          </a:bodyPr>
          <a:lstStyle/>
          <a:p>
            <a:pPr algn="ctr"/>
            <a:r>
              <a:rPr lang="en-US" sz="2800" b="1" dirty="0">
                <a:solidFill>
                  <a:schemeClr val="tx1"/>
                </a:solidFill>
                <a:latin typeface="Times New Roman" panose="02020603050405020304" pitchFamily="18" charset="0"/>
                <a:cs typeface="Times New Roman" panose="02020603050405020304" pitchFamily="18" charset="0"/>
              </a:rPr>
              <a:t>RESULTS AND DISCUSSION</a:t>
            </a:r>
          </a:p>
        </p:txBody>
      </p:sp>
      <p:sp>
        <p:nvSpPr>
          <p:cNvPr id="1048648" name="Slide Number Placeholder 3"/>
          <p:cNvSpPr>
            <a:spLocks noGrp="1"/>
          </p:cNvSpPr>
          <p:nvPr>
            <p:ph type="sldNum" sz="quarter" idx="12"/>
          </p:nvPr>
        </p:nvSpPr>
        <p:spPr/>
        <p:txBody>
          <a:bodyPr/>
          <a:lstStyle/>
          <a:p>
            <a:fld id="{0E14ABD8-B1EB-4C07-9937-C8C4E38BDF00}" type="slidenum">
              <a:rPr lang="en-US" altLang="en-US" smtClean="0"/>
              <a:t>19</a:t>
            </a:fld>
            <a:endParaRPr lang="en-US" altLang="en-US"/>
          </a:p>
        </p:txBody>
      </p:sp>
      <p:pic>
        <p:nvPicPr>
          <p:cNvPr id="2097190" name="object 5"/>
          <p:cNvPicPr>
            <a:picLocks/>
          </p:cNvPicPr>
          <p:nvPr/>
        </p:nvPicPr>
        <p:blipFill>
          <a:blip r:embed="rId2" cstate="print"/>
          <a:stretch>
            <a:fillRect/>
          </a:stretch>
        </p:blipFill>
        <p:spPr>
          <a:xfrm>
            <a:off x="38100" y="10033"/>
            <a:ext cx="1066799" cy="1022732"/>
          </a:xfrm>
          <a:prstGeom prst="rect">
            <a:avLst/>
          </a:prstGeom>
        </p:spPr>
      </p:pic>
      <p:pic>
        <p:nvPicPr>
          <p:cNvPr id="2097191" name="Picture 8"/>
          <p:cNvPicPr>
            <a:picLocks noChangeAspect="1"/>
          </p:cNvPicPr>
          <p:nvPr/>
        </p:nvPicPr>
        <p:blipFill>
          <a:blip r:embed="rId3"/>
          <a:stretch>
            <a:fillRect/>
          </a:stretch>
        </p:blipFill>
        <p:spPr>
          <a:xfrm>
            <a:off x="8018477" y="10033"/>
            <a:ext cx="1143000" cy="1057275"/>
          </a:xfrm>
          <a:prstGeom prst="rect">
            <a:avLst/>
          </a:prstGeom>
        </p:spPr>
      </p:pic>
      <p:pic>
        <p:nvPicPr>
          <p:cNvPr id="3" name="Picture 2">
            <a:extLst>
              <a:ext uri="{FF2B5EF4-FFF2-40B4-BE49-F238E27FC236}">
                <a16:creationId xmlns:a16="http://schemas.microsoft.com/office/drawing/2014/main" id="{7B7F8CDD-DA97-0E63-4FD6-98E3C4CF855E}"/>
              </a:ext>
            </a:extLst>
          </p:cNvPr>
          <p:cNvPicPr>
            <a:picLocks noChangeAspect="1"/>
          </p:cNvPicPr>
          <p:nvPr/>
        </p:nvPicPr>
        <p:blipFill>
          <a:blip r:embed="rId4"/>
          <a:stretch>
            <a:fillRect/>
          </a:stretch>
        </p:blipFill>
        <p:spPr>
          <a:xfrm>
            <a:off x="1018739" y="1227464"/>
            <a:ext cx="7308800" cy="34659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Conclusion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48657" name="Slide Number Placeholder 3"/>
          <p:cNvSpPr>
            <a:spLocks noGrp="1"/>
          </p:cNvSpPr>
          <p:nvPr>
            <p:ph type="sldNum" sz="quarter" idx="12"/>
          </p:nvPr>
        </p:nvSpPr>
        <p:spPr/>
        <p:txBody>
          <a:bodyPr/>
          <a:lstStyle/>
          <a:p>
            <a:fld id="{0E14ABD8-B1EB-4C07-9937-C8C4E38BDF00}" type="slidenum">
              <a:rPr lang="en-US" altLang="en-US" smtClean="0"/>
              <a:t>20</a:t>
            </a:fld>
            <a:endParaRPr lang="en-US" altLang="en-US"/>
          </a:p>
        </p:txBody>
      </p:sp>
      <p:sp>
        <p:nvSpPr>
          <p:cNvPr id="1048658" name="Content Placeholder 4"/>
          <p:cNvSpPr>
            <a:spLocks noGrp="1"/>
          </p:cNvSpPr>
          <p:nvPr>
            <p:ph sz="quarter" idx="1"/>
          </p:nvPr>
        </p:nvSpPr>
        <p:spPr>
          <a:xfrm>
            <a:off x="457200" y="1276350"/>
            <a:ext cx="8229600" cy="3341370"/>
          </a:xfrm>
        </p:spPr>
        <p:txBody>
          <a:bodyPr>
            <a:normAutofit/>
          </a:bodyPr>
          <a:lstStyle/>
          <a:p>
            <a:r>
              <a:rPr lang="en-US" sz="1800" dirty="0">
                <a:latin typeface="Times New Roman" panose="02020603050405020304" pitchFamily="18" charset="0"/>
                <a:cs typeface="Times New Roman" panose="02020603050405020304" pitchFamily="18" charset="0"/>
              </a:rPr>
              <a:t>The Hostel Management System successfully automates and simplifies the entire process of managing hostel activities such as student registration, room allocation, fee collection, and attendance tracking. By replacing traditional manual methods with a computerized system, it minimizes errors, saves time, and improves operational efficiency.</a:t>
            </a:r>
          </a:p>
          <a:p>
            <a:r>
              <a:rPr lang="en-US" sz="1800" dirty="0">
                <a:latin typeface="Times New Roman" panose="02020603050405020304" pitchFamily="18" charset="0"/>
                <a:cs typeface="Times New Roman" panose="02020603050405020304" pitchFamily="18" charset="0"/>
              </a:rPr>
              <a:t>This system provides a user-friendly interface for administrators, wardens, and students, ensuring secure data handling and easy access to information. It enhances transparency, accuracy, and accountability in hostel operations. Overall, the Hostel Management System is a reliable, efficient, and scalable solution that contributes to the digital transformation of hostel administration and improves the overall management experience.</a:t>
            </a:r>
          </a:p>
        </p:txBody>
      </p:sp>
      <p:pic>
        <p:nvPicPr>
          <p:cNvPr id="2097198" name="object 5"/>
          <p:cNvPicPr>
            <a:picLocks/>
          </p:cNvPicPr>
          <p:nvPr/>
        </p:nvPicPr>
        <p:blipFill>
          <a:blip r:embed="rId2" cstate="print"/>
          <a:stretch>
            <a:fillRect/>
          </a:stretch>
        </p:blipFill>
        <p:spPr>
          <a:xfrm>
            <a:off x="38100" y="10033"/>
            <a:ext cx="1066799" cy="1022732"/>
          </a:xfrm>
          <a:prstGeom prst="rect">
            <a:avLst/>
          </a:prstGeom>
        </p:spPr>
      </p:pic>
      <p:pic>
        <p:nvPicPr>
          <p:cNvPr id="2097199"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4"/>
          <p:cNvSpPr>
            <a:spLocks noGrp="1"/>
          </p:cNvSpPr>
          <p:nvPr>
            <p:ph type="title"/>
          </p:nvPr>
        </p:nvSpPr>
        <p:spPr>
          <a:xfrm>
            <a:off x="0" y="-1"/>
            <a:ext cx="9144000" cy="1057275"/>
          </a:xfrm>
          <a:solidFill>
            <a:schemeClr val="bg2">
              <a:lumMod val="75000"/>
            </a:schemeClr>
          </a:solidFill>
        </p:spPr>
        <p:txBody>
          <a:bodyPr anchor="ctr">
            <a:normAutofit/>
          </a:bodyPr>
          <a:lstStyle/>
          <a:p>
            <a:pPr algn="ctr"/>
            <a:r>
              <a:rPr lang="en-IN" sz="4400" b="1" dirty="0">
                <a:solidFill>
                  <a:schemeClr val="tx1"/>
                </a:solidFill>
                <a:latin typeface="Times New Roman" panose="02020603050405020304" pitchFamily="18" charset="0"/>
                <a:cs typeface="Times New Roman" panose="02020603050405020304" pitchFamily="18" charset="0"/>
              </a:rPr>
              <a:t>Thank  You</a:t>
            </a:r>
            <a:endParaRPr lang="en-IN" sz="4000" b="1" dirty="0">
              <a:solidFill>
                <a:schemeClr val="tx1"/>
              </a:solidFill>
              <a:latin typeface="Times New Roman" panose="02020603050405020304" pitchFamily="18" charset="0"/>
              <a:cs typeface="Times New Roman" panose="02020603050405020304" pitchFamily="18" charset="0"/>
            </a:endParaRPr>
          </a:p>
        </p:txBody>
      </p:sp>
      <p:sp>
        <p:nvSpPr>
          <p:cNvPr id="1048665" name="Slide Number Placeholder 3"/>
          <p:cNvSpPr>
            <a:spLocks noGrp="1"/>
          </p:cNvSpPr>
          <p:nvPr>
            <p:ph type="sldNum" sz="quarter" idx="12"/>
          </p:nvPr>
        </p:nvSpPr>
        <p:spPr/>
        <p:txBody>
          <a:bodyPr/>
          <a:lstStyle/>
          <a:p>
            <a:fld id="{4CE540F1-D866-4735-9E65-A1952EADD02D}" type="slidenum">
              <a:rPr lang="en-US" altLang="en-US" smtClean="0"/>
              <a:t>21</a:t>
            </a:fld>
            <a:endParaRPr lang="en-US" altLang="en-US" dirty="0"/>
          </a:p>
        </p:txBody>
      </p:sp>
      <p:sp>
        <p:nvSpPr>
          <p:cNvPr id="1048666" name="Title 1"/>
          <p:cNvSpPr txBox="1"/>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IN" sz="3600" dirty="0"/>
          </a:p>
          <a:p>
            <a:pPr algn="ctr"/>
            <a:r>
              <a:rPr lang="en-IN" sz="3600" b="1" dirty="0">
                <a:solidFill>
                  <a:schemeClr val="tx1"/>
                </a:solidFill>
                <a:latin typeface="Times New Roman" panose="02020603050405020304" pitchFamily="18" charset="0"/>
                <a:cs typeface="Times New Roman" panose="02020603050405020304" pitchFamily="18" charset="0"/>
              </a:rPr>
              <a:t>Any queries??? </a:t>
            </a:r>
          </a:p>
        </p:txBody>
      </p:sp>
      <p:pic>
        <p:nvPicPr>
          <p:cNvPr id="2097200" name="object 5"/>
          <p:cNvPicPr>
            <a:picLocks/>
          </p:cNvPicPr>
          <p:nvPr/>
        </p:nvPicPr>
        <p:blipFill>
          <a:blip r:embed="rId2" cstate="print"/>
          <a:stretch>
            <a:fillRect/>
          </a:stretch>
        </p:blipFill>
        <p:spPr>
          <a:xfrm>
            <a:off x="38100" y="10033"/>
            <a:ext cx="1066799" cy="1022732"/>
          </a:xfrm>
          <a:prstGeom prst="rect">
            <a:avLst/>
          </a:prstGeom>
        </p:spPr>
      </p:pic>
      <p:pic>
        <p:nvPicPr>
          <p:cNvPr id="2097201" name="Picture 8"/>
          <p:cNvPicPr>
            <a:picLocks noChangeAspect="1"/>
          </p:cNvPicPr>
          <p:nvPr/>
        </p:nvPicPr>
        <p:blipFill>
          <a:blip r:embed="rId3"/>
          <a:stretch>
            <a:fillRect/>
          </a:stretch>
        </p:blipFill>
        <p:spPr>
          <a:xfrm>
            <a:off x="8018477" y="10033"/>
            <a:ext cx="1143000" cy="105727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914</Words>
  <Application>Microsoft Office PowerPoint</Application>
  <PresentationFormat>On-screen Show (16:9)</PresentationFormat>
  <Paragraphs>109</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Bookman Old Style</vt:lpstr>
      <vt:lpstr>Calibri</vt:lpstr>
      <vt:lpstr>Gill Sans</vt:lpstr>
      <vt:lpstr>Gill Sans MT</vt:lpstr>
      <vt:lpstr>Times New Roman</vt:lpstr>
      <vt:lpstr>Wingdings</vt:lpstr>
      <vt:lpstr>Wingdings 3</vt:lpstr>
      <vt:lpstr>Origin</vt:lpstr>
      <vt:lpstr>CGB1221 DATABASE MANAGEMENT SYSTEMS PROJECT REVIEW</vt:lpstr>
      <vt:lpstr>TITLE OF PROJECT</vt:lpstr>
      <vt:lpstr>ABSTRACT </vt:lpstr>
      <vt:lpstr>INTRODUCTION</vt:lpstr>
      <vt:lpstr>Existing System</vt:lpstr>
      <vt:lpstr>Proposed System</vt:lpstr>
      <vt:lpstr>PROPOSED ARCHITECTURE</vt:lpstr>
      <vt:lpstr>Use case diagram</vt:lpstr>
      <vt:lpstr>Class Diagram</vt:lpstr>
      <vt:lpstr>Package Diagram</vt:lpstr>
      <vt:lpstr>PROPOSED ARCHITECTURE  – DESCRIPTION</vt:lpstr>
      <vt:lpstr>LIST OF MODULES</vt:lpstr>
      <vt:lpstr>MODULE DESCRIPTION</vt:lpstr>
      <vt:lpstr>MODULE DESCRIPTION</vt:lpstr>
      <vt:lpstr>MODULE DESCRIPTION</vt:lpstr>
      <vt:lpstr>RESULTS AND DISCUSSION</vt:lpstr>
      <vt:lpstr>RESULTS AND DISCUSSION</vt:lpstr>
      <vt:lpstr>RESULTS AND DISCUSSION</vt:lpstr>
      <vt:lpstr>RESULTS AND DISCUSSION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CGB1221 DATABASE MANAGEMENT SYSTEMS PROJECT REVIEW</dc:title>
  <dc:creator>Sachin kumar</dc:creator>
  <cp:lastModifiedBy>Saravanapriyan M</cp:lastModifiedBy>
  <cp:revision>2</cp:revision>
  <dcterms:created xsi:type="dcterms:W3CDTF">2025-06-02T20:23:00Z</dcterms:created>
  <dcterms:modified xsi:type="dcterms:W3CDTF">2025-12-17T06:48:55Z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D7402507EEF44DEEB0F1A1C92C707A62_12</vt:lpwstr>
  </property>
  <property fmtid="{D5CDD505-2E9C-101B-9397-08002B2CF9AE}" pid="3" name="KSOProductBuildVer">
    <vt:lpwstr>1033-12.2.0.21179</vt:lpwstr>
  </property>
</Properties>
</file>