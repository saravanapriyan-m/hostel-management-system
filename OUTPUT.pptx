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869" y="-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85F2-39F5-72B6-EFAF-BF29A007B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61C3E-3CB7-B3D3-A1B9-2975AA3CD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07622-2642-D70C-3B11-6E398B62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6CB9B-41D8-8BB6-A685-459ABD55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5BE95-4A6A-F071-B10E-F26811FD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5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62F9-ACB5-20DE-53BD-2C61B939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4F928-948A-EC2F-2701-6F9BA4753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97F75-EFD6-1085-69C3-E6782908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E1A7-843E-19DD-0582-D8CFF449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864FC-3234-1FC2-63A3-49AFA82F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79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E96C-829A-67FC-FF65-A84C2F54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D277C-EDC4-EE48-5765-1285DD1A1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3C1C-E8ED-CD4F-1A1A-AB53A1E1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AE691-185C-29A5-D8FB-055A1EBC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DBFE-9E63-1B48-A875-BD2BA239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56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8F61-8063-9CE2-8EEE-C183E2AA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66530-30CE-841E-C689-4D5928B92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2378A-A462-AA01-5572-D97FBA20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4F0B8-4516-1F05-7A26-47E62DE6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DA933-3A19-8DF9-4F9A-4D2F86EF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1C5A5-8E8E-4AFE-9CBB-6490B805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6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9342-F8AD-0F05-B066-F1CF6920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266A1-9CFB-C510-731A-770FC00A5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D6F77-BD73-BAC0-ACA5-D645C4A8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7A604-A9FD-76BB-F5CC-E32C92533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B82A2-46F9-BE84-C715-7C5F6449E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3F0DD-3966-8C88-FF3E-0C27F57E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3BB7C-D210-F536-4F1A-E1A48B21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5FB52D-2526-F20D-041E-BABB85BF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3026-DF18-D87E-A6BD-198B0CB3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8CF38-3448-1347-405C-0A628E7DD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8A0F1-833F-E586-7900-BEED147F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05E7E-0F99-9794-F5BB-A796CFC2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E2D22-A2EF-D978-088B-636CEA46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2AE73-B000-F095-21AB-4808F72B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4C9BC-BA7D-3374-7364-65B878E1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9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471E-4C22-72D0-E450-6C234834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2FC61-B078-86E0-0F14-4BE72ABF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6CEDC-A559-BC75-E021-B18DC0144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37305-52E9-63A3-563D-23CAE6A1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04ED8-BFC4-9C8A-3A48-81F32846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F2E8C-4783-B8B0-0080-A3D72390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2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8E3F-7A8A-0029-BA2E-67598827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BB696-5744-509D-D8D3-4840899C8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F54A9-3AA0-EE30-2C65-ADB6573E5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77C3E-2EC7-8CC3-824F-0925E7F9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D6616-22C4-319D-2F7B-F4CC2503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AC65D-9B36-F74E-2208-86CFC45E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43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451C-5FB0-A6A3-DD6F-C82AD083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46E7-55FC-F5D5-16A5-05D1932EE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99DAA-3B91-4DE9-00CF-A326A5CF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D7C7C-F9E9-06E3-2129-5495B575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F1D86-61AE-6099-0379-22D65636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49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8865F-76F6-07C4-23C6-43D1EFA4B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1E7BB-D574-5747-7465-C6ACC34C1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C78C-08D8-C0C7-A515-E7C3EE8F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2514-87D8-8B88-DB2E-29965E3B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7F19D-1968-522C-5A01-E3678304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7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C9386-D652-9BA0-7E7A-227978F2A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5C1B4-AB62-2A91-FF59-D010AF56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8789-5703-6606-D3FB-3551C1F02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4E0D8-637A-424E-B856-61BD69D0FC60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26BAB-5C32-39C3-2169-6DEBBFCD5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48FCD-9303-61E6-CB26-31E60A62E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9A91F-EE3A-4C46-A2DB-C35262ABA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2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1FEA-2A78-9B7D-6ABB-113BE9F007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A6300-B181-F443-3E78-81304D9C6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952E2-C347-2C96-C123-EFC78ED9E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" y="381000"/>
            <a:ext cx="105727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109A-D40E-60E8-3A93-1DAA1477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7574-96DD-056D-85CA-BFD733920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DD94C-9A92-DDCB-11BF-0D755ED28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FBBFA-7A85-4F5D-0BBB-9EA52F516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328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7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AA84B-FFBE-C9E2-7189-CE21FEA4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BC425C-B450-F056-A75B-912003971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02" y="1690688"/>
            <a:ext cx="9233995" cy="4855061"/>
          </a:xfrm>
        </p:spPr>
      </p:pic>
    </p:spTree>
    <p:extLst>
      <p:ext uri="{BB962C8B-B14F-4D97-AF65-F5344CB8AC3E}">
        <p14:creationId xmlns:p14="http://schemas.microsoft.com/office/powerpoint/2010/main" val="155962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25FB-9F78-8605-FDBE-3F7F79C9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551AB-60B5-AF92-B252-02D0BFB76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972" y="1690688"/>
            <a:ext cx="8148055" cy="4576916"/>
          </a:xfrm>
        </p:spPr>
      </p:pic>
    </p:spTree>
    <p:extLst>
      <p:ext uri="{BB962C8B-B14F-4D97-AF65-F5344CB8AC3E}">
        <p14:creationId xmlns:p14="http://schemas.microsoft.com/office/powerpoint/2010/main" val="428479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7B68-7FB9-2D6A-4E85-CDB1804D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EBD7FC-3C03-DC00-4C2E-65AFFEE3F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37" y="1835673"/>
            <a:ext cx="8178726" cy="4351338"/>
          </a:xfrm>
        </p:spPr>
      </p:pic>
    </p:spTree>
    <p:extLst>
      <p:ext uri="{BB962C8B-B14F-4D97-AF65-F5344CB8AC3E}">
        <p14:creationId xmlns:p14="http://schemas.microsoft.com/office/powerpoint/2010/main" val="93537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5DF1-46B9-8597-3354-7998256F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26970-DEAC-DF9D-74E4-19EC280B2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65" y="1825625"/>
            <a:ext cx="7746470" cy="4351338"/>
          </a:xfrm>
        </p:spPr>
      </p:pic>
    </p:spTree>
    <p:extLst>
      <p:ext uri="{BB962C8B-B14F-4D97-AF65-F5344CB8AC3E}">
        <p14:creationId xmlns:p14="http://schemas.microsoft.com/office/powerpoint/2010/main" val="412213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12F8-7589-970D-DD5A-90BAE70E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B6D0A-D854-D500-1E44-D57377147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166" y="1825625"/>
            <a:ext cx="8263668" cy="4351338"/>
          </a:xfrm>
        </p:spPr>
      </p:pic>
    </p:spTree>
    <p:extLst>
      <p:ext uri="{BB962C8B-B14F-4D97-AF65-F5344CB8AC3E}">
        <p14:creationId xmlns:p14="http://schemas.microsoft.com/office/powerpoint/2010/main" val="155767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8DC3-3AF2-416A-79E5-B374C3B2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C2EA34-F871-549C-F51E-0FF91B389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765" y="1825625"/>
            <a:ext cx="7746470" cy="4351338"/>
          </a:xfrm>
        </p:spPr>
      </p:pic>
    </p:spTree>
    <p:extLst>
      <p:ext uri="{BB962C8B-B14F-4D97-AF65-F5344CB8AC3E}">
        <p14:creationId xmlns:p14="http://schemas.microsoft.com/office/powerpoint/2010/main" val="429162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Saravanapriyan M</dc:creator>
  <cp:lastModifiedBy>Saravanapriyan M</cp:lastModifiedBy>
  <cp:revision>1</cp:revision>
  <dcterms:created xsi:type="dcterms:W3CDTF">2025-12-17T06:53:11Z</dcterms:created>
  <dcterms:modified xsi:type="dcterms:W3CDTF">2025-12-17T06:58:04Z</dcterms:modified>
</cp:coreProperties>
</file>